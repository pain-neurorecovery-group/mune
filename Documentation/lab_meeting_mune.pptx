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582" r:id="rId5"/>
    <p:sldId id="583" r:id="rId6"/>
    <p:sldId id="585" r:id="rId7"/>
    <p:sldId id="584" r:id="rId8"/>
    <p:sldId id="586" r:id="rId9"/>
    <p:sldId id="587" r:id="rId10"/>
    <p:sldId id="588" r:id="rId11"/>
    <p:sldId id="589" r:id="rId12"/>
    <p:sldId id="590" r:id="rId13"/>
    <p:sldId id="591" r:id="rId14"/>
    <p:sldId id="592" r:id="rId15"/>
    <p:sldId id="593" r:id="rId16"/>
    <p:sldId id="594" r:id="rId17"/>
  </p:sldIdLst>
  <p:sldSz cx="12188825" cy="6858000"/>
  <p:notesSz cx="6797675" cy="9926638"/>
  <p:defaultTextStyle>
    <a:defPPr rtl="0">
      <a:defRPr lang="en-GB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45"/>
    <a:srgbClr val="172B47"/>
    <a:srgbClr val="EFEFED"/>
    <a:srgbClr val="8EA955"/>
    <a:srgbClr val="5D7C2C"/>
    <a:srgbClr val="FF9933"/>
    <a:srgbClr val="012446"/>
    <a:srgbClr val="E2FFA7"/>
    <a:srgbClr val="273041"/>
    <a:srgbClr val="72D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2E1150-60D8-433B-888B-B9C5B13BE169}" v="4" dt="2025-10-13T09:18:58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fld id="{88DF0C21-DE6B-488F-B9D9-B7FE08733B70}" type="slidenum">
              <a:rPr lang="en-GB"/>
              <a:pPr rtl="0"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fld id="{72C160C3-3AB6-49C1-8001-AFDAD271EB5B}" type="slidenum">
              <a:rPr lang="en-GB"/>
              <a:pPr rtl="0"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a-DK"/>
          </a:p>
          <a:p>
            <a:pPr rtl="0"/>
            <a:r>
              <a:rPr lang="en-gb"/>
              <a:t>HUSK AT ”AKTIVERE INDHOLD” I DIALOGBOKSEN DER KOMMER NÅR PRÆSENTATIONEN STARTER (GUL BJÆLKE)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910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Alternation</a:t>
            </a:r>
            <a:r>
              <a:rPr lang="nl-NL" dirty="0"/>
              <a:t> = </a:t>
            </a:r>
            <a:r>
              <a:rPr lang="nl-NL" dirty="0" err="1"/>
              <a:t>increments</a:t>
            </a:r>
            <a:r>
              <a:rPr lang="nl-NL" dirty="0"/>
              <a:t> in CMAP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linear</a:t>
            </a:r>
            <a:r>
              <a:rPr lang="nl-NL" dirty="0"/>
              <a:t> </a:t>
            </a:r>
            <a:r>
              <a:rPr lang="nl-NL" dirty="0" err="1"/>
              <a:t>firing</a:t>
            </a:r>
            <a:r>
              <a:rPr lang="nl-NL" dirty="0"/>
              <a:t> (S1 = 1, S2 =1+2,…)+ </a:t>
            </a:r>
            <a:r>
              <a:rPr lang="nl-NL" dirty="0" err="1"/>
              <a:t>all</a:t>
            </a:r>
            <a:r>
              <a:rPr lang="nl-NL" dirty="0"/>
              <a:t> units </a:t>
            </a:r>
            <a:r>
              <a:rPr lang="nl-NL" dirty="0" err="1"/>
              <a:t>dont</a:t>
            </a:r>
            <a:r>
              <a:rPr lang="nl-NL" dirty="0"/>
              <a:t> share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amplitude </a:t>
            </a:r>
          </a:p>
          <a:p>
            <a:r>
              <a:rPr lang="nl-NL" dirty="0">
                <a:sym typeface="Wingdings" panose="05000000000000000000" pitchFamily="2" charset="2"/>
              </a:rPr>
              <a:t>At S1 </a:t>
            </a:r>
            <a:r>
              <a:rPr lang="nl-NL" dirty="0" err="1">
                <a:sym typeface="Wingdings" panose="05000000000000000000" pitchFamily="2" charset="2"/>
              </a:rPr>
              <a:t>maybe</a:t>
            </a:r>
            <a:r>
              <a:rPr lang="nl-NL" dirty="0">
                <a:sym typeface="Wingdings" panose="05000000000000000000" pitchFamily="2" charset="2"/>
              </a:rPr>
              <a:t> 1 </a:t>
            </a:r>
            <a:r>
              <a:rPr lang="nl-NL" dirty="0" err="1">
                <a:sym typeface="Wingdings" panose="05000000000000000000" pitchFamily="2" charset="2"/>
              </a:rPr>
              <a:t>active</a:t>
            </a:r>
            <a:r>
              <a:rPr lang="nl-NL" dirty="0">
                <a:sym typeface="Wingdings" panose="05000000000000000000" pitchFamily="2" charset="2"/>
              </a:rPr>
              <a:t> S2 </a:t>
            </a:r>
            <a:r>
              <a:rPr lang="nl-NL" dirty="0" err="1">
                <a:sym typeface="Wingdings" panose="05000000000000000000" pitchFamily="2" charset="2"/>
              </a:rPr>
              <a:t>maybe</a:t>
            </a:r>
            <a:r>
              <a:rPr lang="nl-NL" dirty="0">
                <a:sym typeface="Wingdings" panose="05000000000000000000" pitchFamily="2" charset="2"/>
              </a:rPr>
              <a:t> 2+3, S3 </a:t>
            </a:r>
            <a:r>
              <a:rPr lang="nl-NL" dirty="0" err="1">
                <a:sym typeface="Wingdings" panose="05000000000000000000" pitchFamily="2" charset="2"/>
              </a:rPr>
              <a:t>maybe</a:t>
            </a:r>
            <a:r>
              <a:rPr lang="nl-NL" dirty="0">
                <a:sym typeface="Wingdings" panose="05000000000000000000" pitchFamily="2" charset="2"/>
              </a:rPr>
              <a:t> 1+2+4+5 </a:t>
            </a:r>
            <a:r>
              <a:rPr lang="nl-NL" dirty="0" err="1">
                <a:sym typeface="Wingdings" panose="05000000000000000000" pitchFamily="2" charset="2"/>
              </a:rPr>
              <a:t>will</a:t>
            </a:r>
            <a:r>
              <a:rPr lang="nl-NL" dirty="0">
                <a:sym typeface="Wingdings" panose="05000000000000000000" pitchFamily="2" charset="2"/>
              </a:rPr>
              <a:t> lead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overestimation</a:t>
            </a:r>
            <a:r>
              <a:rPr lang="nl-NL" dirty="0">
                <a:sym typeface="Wingdings" panose="05000000000000000000" pitchFamily="2" charset="2"/>
              </a:rPr>
              <a:t> of units</a:t>
            </a: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 err="1">
                <a:sym typeface="Wingdings" panose="05000000000000000000" pitchFamily="2" charset="2"/>
              </a:rPr>
              <a:t>Process</a:t>
            </a:r>
            <a:r>
              <a:rPr lang="nl-NL" dirty="0">
                <a:sym typeface="Wingdings" panose="05000000000000000000" pitchFamily="2" charset="2"/>
              </a:rPr>
              <a:t> = </a:t>
            </a:r>
            <a:r>
              <a:rPr lang="nl-NL" dirty="0" err="1">
                <a:sym typeface="Wingdings" panose="05000000000000000000" pitchFamily="2" charset="2"/>
              </a:rPr>
              <a:t>not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stochastic</a:t>
            </a:r>
            <a:r>
              <a:rPr lang="nl-NL" dirty="0">
                <a:sym typeface="Wingdings" panose="05000000000000000000" pitchFamily="2" charset="2"/>
              </a:rPr>
              <a:t> but </a:t>
            </a:r>
            <a:r>
              <a:rPr lang="nl-NL" dirty="0" err="1">
                <a:sym typeface="Wingdings" panose="05000000000000000000" pitchFamily="2" charset="2"/>
              </a:rPr>
              <a:t>probabilistic</a:t>
            </a:r>
            <a:r>
              <a:rPr lang="nl-NL" dirty="0">
                <a:sym typeface="Wingdings" panose="05000000000000000000" pitchFamily="2" charset="2"/>
              </a:rPr>
              <a:t>!!!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341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adress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 of </a:t>
            </a:r>
            <a:r>
              <a:rPr lang="nl-NL" dirty="0" err="1"/>
              <a:t>alternation</a:t>
            </a:r>
            <a:endParaRPr lang="nl-NL" dirty="0"/>
          </a:p>
          <a:p>
            <a:endParaRPr lang="nl-NL" dirty="0"/>
          </a:p>
          <a:p>
            <a:r>
              <a:rPr lang="nl-NL" dirty="0"/>
              <a:t>The </a:t>
            </a:r>
            <a:r>
              <a:rPr lang="nl-NL" dirty="0" err="1"/>
              <a:t>number</a:t>
            </a:r>
            <a:r>
              <a:rPr lang="nl-NL" dirty="0"/>
              <a:t> of units </a:t>
            </a:r>
            <a:r>
              <a:rPr lang="nl-NL" dirty="0" err="1"/>
              <a:t>activated</a:t>
            </a:r>
            <a:r>
              <a:rPr lang="nl-NL" dirty="0"/>
              <a:t> at a </a:t>
            </a:r>
            <a:r>
              <a:rPr lang="nl-NL" dirty="0" err="1"/>
              <a:t>certain</a:t>
            </a:r>
            <a:r>
              <a:rPr lang="nl-NL" dirty="0"/>
              <a:t> point </a:t>
            </a:r>
            <a:r>
              <a:rPr lang="nl-NL" dirty="0" err="1"/>
              <a:t>given</a:t>
            </a:r>
            <a:r>
              <a:rPr lang="nl-NL" dirty="0"/>
              <a:t> a stimuli is </a:t>
            </a:r>
            <a:r>
              <a:rPr lang="nl-NL" dirty="0" err="1"/>
              <a:t>assumed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sum</a:t>
            </a:r>
            <a:r>
              <a:rPr lang="nl-NL" dirty="0"/>
              <a:t> of units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fire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near</a:t>
            </a:r>
            <a:r>
              <a:rPr lang="nl-NL" dirty="0"/>
              <a:t> </a:t>
            </a:r>
            <a:r>
              <a:rPr lang="nl-NL" dirty="0" err="1"/>
              <a:t>certainty</a:t>
            </a:r>
            <a:endParaRPr lang="nl-NL" dirty="0"/>
          </a:p>
          <a:p>
            <a:r>
              <a:rPr lang="nl-NL" dirty="0"/>
              <a:t>e.g. unit </a:t>
            </a:r>
            <a:r>
              <a:rPr lang="nl-NL" dirty="0" err="1"/>
              <a:t>that</a:t>
            </a:r>
            <a:r>
              <a:rPr lang="nl-NL" dirty="0"/>
              <a:t> has a </a:t>
            </a:r>
            <a:r>
              <a:rPr lang="nl-NL" dirty="0" err="1"/>
              <a:t>mean</a:t>
            </a:r>
            <a:r>
              <a:rPr lang="nl-NL" dirty="0"/>
              <a:t> </a:t>
            </a:r>
            <a:r>
              <a:rPr lang="nl-NL" dirty="0" err="1"/>
              <a:t>threshold</a:t>
            </a:r>
            <a:r>
              <a:rPr lang="nl-NL" dirty="0"/>
              <a:t> of </a:t>
            </a:r>
            <a:r>
              <a:rPr lang="nl-NL" dirty="0" err="1"/>
              <a:t>firing</a:t>
            </a:r>
            <a:r>
              <a:rPr lang="nl-NL" dirty="0"/>
              <a:t> at 4 </a:t>
            </a:r>
            <a:r>
              <a:rPr lang="nl-NL" dirty="0" err="1"/>
              <a:t>and</a:t>
            </a:r>
            <a:r>
              <a:rPr lang="nl-NL" dirty="0"/>
              <a:t> stimuli is 15</a:t>
            </a:r>
          </a:p>
          <a:p>
            <a:endParaRPr lang="nl-NL" dirty="0"/>
          </a:p>
          <a:p>
            <a:r>
              <a:rPr lang="nl-NL" dirty="0"/>
              <a:t>Plus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fire</a:t>
            </a:r>
            <a:r>
              <a:rPr lang="nl-NL" dirty="0"/>
              <a:t> </a:t>
            </a:r>
            <a:r>
              <a:rPr lang="nl-NL" dirty="0" err="1"/>
              <a:t>probabilistic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believed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from</a:t>
            </a:r>
            <a:r>
              <a:rPr lang="nl-NL" dirty="0">
                <a:sym typeface="Wingdings" panose="05000000000000000000" pitchFamily="2" charset="2"/>
              </a:rPr>
              <a:t> a </a:t>
            </a:r>
            <a:r>
              <a:rPr lang="nl-NL" dirty="0" err="1">
                <a:sym typeface="Wingdings" panose="05000000000000000000" pitchFamily="2" charset="2"/>
              </a:rPr>
              <a:t>poisson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distribution</a:t>
            </a:r>
            <a:endParaRPr lang="nl-NL" dirty="0">
              <a:sym typeface="Wingdings" panose="05000000000000000000" pitchFamily="2" charset="2"/>
            </a:endParaRP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>
                <a:sym typeface="Wingdings" panose="05000000000000000000" pitchFamily="2" charset="2"/>
              </a:rPr>
              <a:t>Mu is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shared motor unit action </a:t>
            </a:r>
            <a:r>
              <a:rPr lang="nl-NL" dirty="0" err="1">
                <a:sym typeface="Wingdings" panose="05000000000000000000" pitchFamily="2" charset="2"/>
              </a:rPr>
              <a:t>potential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assumption</a:t>
            </a:r>
            <a:r>
              <a:rPr lang="nl-NL" dirty="0">
                <a:sym typeface="Wingdings" panose="05000000000000000000" pitchFamily="2" charset="2"/>
              </a:rPr>
              <a:t> here is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all</a:t>
            </a:r>
            <a:r>
              <a:rPr lang="nl-NL" dirty="0">
                <a:sym typeface="Wingdings" panose="05000000000000000000" pitchFamily="2" charset="2"/>
              </a:rPr>
              <a:t> units, </a:t>
            </a:r>
            <a:r>
              <a:rPr lang="nl-NL" dirty="0" err="1">
                <a:sym typeface="Wingdings" panose="05000000000000000000" pitchFamily="2" charset="2"/>
              </a:rPr>
              <a:t>if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fire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contribute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equally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total</a:t>
            </a:r>
            <a:r>
              <a:rPr lang="nl-NL" dirty="0">
                <a:sym typeface="Wingdings" panose="05000000000000000000" pitchFamily="2" charset="2"/>
              </a:rPr>
              <a:t> CMAP</a:t>
            </a: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>
                <a:sym typeface="Wingdings" panose="05000000000000000000" pitchFamily="2" charset="2"/>
              </a:rPr>
              <a:t>We </a:t>
            </a:r>
            <a:r>
              <a:rPr lang="nl-NL" dirty="0" err="1">
                <a:sym typeface="Wingdings" panose="05000000000000000000" pitchFamily="2" charset="2"/>
              </a:rPr>
              <a:t>can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use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properties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Nt|S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calculate</a:t>
            </a:r>
            <a:r>
              <a:rPr lang="nl-NL" dirty="0">
                <a:sym typeface="Wingdings" panose="05000000000000000000" pitchFamily="2" charset="2"/>
              </a:rPr>
              <a:t> mu</a:t>
            </a: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 err="1">
                <a:sym typeface="Wingdings" panose="05000000000000000000" pitchFamily="2" charset="2"/>
              </a:rPr>
              <a:t>Poisson</a:t>
            </a:r>
            <a:r>
              <a:rPr lang="nl-NL" dirty="0">
                <a:sym typeface="Wingdings" panose="05000000000000000000" pitchFamily="2" charset="2"/>
              </a:rPr>
              <a:t> no </a:t>
            </a:r>
            <a:r>
              <a:rPr lang="nl-NL" dirty="0" err="1">
                <a:sym typeface="Wingdings" panose="05000000000000000000" pitchFamily="2" charset="2"/>
              </a:rPr>
              <a:t>upper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finite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bound</a:t>
            </a:r>
            <a:r>
              <a:rPr lang="nl-NL" dirty="0">
                <a:sym typeface="Wingdings" panose="05000000000000000000" pitchFamily="2" charset="2"/>
              </a:rPr>
              <a:t> = </a:t>
            </a:r>
            <a:r>
              <a:rPr lang="nl-NL" dirty="0" err="1">
                <a:sym typeface="Wingdings" panose="05000000000000000000" pitchFamily="2" charset="2"/>
              </a:rPr>
              <a:t>problematic</a:t>
            </a:r>
            <a:r>
              <a:rPr lang="nl-NL" dirty="0">
                <a:sym typeface="Wingdings" panose="05000000000000000000" pitchFamily="2" charset="2"/>
              </a:rPr>
              <a:t>  </a:t>
            </a:r>
            <a:r>
              <a:rPr lang="nl-NL" dirty="0" err="1">
                <a:sym typeface="Wingdings" panose="05000000000000000000" pitchFamily="2" charset="2"/>
              </a:rPr>
              <a:t>theoretically</a:t>
            </a:r>
            <a:r>
              <a:rPr lang="nl-NL" dirty="0">
                <a:sym typeface="Wingdings" panose="05000000000000000000" pitchFamily="2" charset="2"/>
              </a:rPr>
              <a:t> N has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constricted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maximum </a:t>
            </a:r>
            <a:r>
              <a:rPr lang="nl-NL" dirty="0" err="1">
                <a:sym typeface="Wingdings" panose="05000000000000000000" pitchFamily="2" charset="2"/>
              </a:rPr>
              <a:t>number</a:t>
            </a:r>
            <a:r>
              <a:rPr lang="nl-NL" dirty="0">
                <a:sym typeface="Wingdings" panose="05000000000000000000" pitchFamily="2" charset="2"/>
              </a:rPr>
              <a:t> of units </a:t>
            </a:r>
            <a:r>
              <a:rPr lang="nl-NL" dirty="0" err="1">
                <a:sym typeface="Wingdings" panose="05000000000000000000" pitchFamily="2" charset="2"/>
              </a:rPr>
              <a:t>available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230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 unit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fires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a </a:t>
            </a:r>
            <a:r>
              <a:rPr lang="nl-NL" dirty="0" err="1"/>
              <a:t>threshold</a:t>
            </a:r>
            <a:r>
              <a:rPr lang="nl-NL" dirty="0"/>
              <a:t> is </a:t>
            </a:r>
            <a:r>
              <a:rPr lang="nl-NL" dirty="0" err="1"/>
              <a:t>crossed</a:t>
            </a:r>
            <a:r>
              <a:rPr lang="nl-NL" dirty="0"/>
              <a:t>. </a:t>
            </a:r>
            <a:r>
              <a:rPr lang="nl-NL" dirty="0" err="1"/>
              <a:t>However</a:t>
            </a:r>
            <a:r>
              <a:rPr lang="nl-NL" dirty="0"/>
              <a:t> </a:t>
            </a:r>
            <a:r>
              <a:rPr lang="nl-NL" dirty="0" err="1"/>
              <a:t>due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intracellular</a:t>
            </a:r>
            <a:r>
              <a:rPr lang="nl-NL" dirty="0"/>
              <a:t> changes in </a:t>
            </a:r>
            <a:r>
              <a:rPr lang="nl-NL" dirty="0" err="1"/>
              <a:t>ions</a:t>
            </a:r>
            <a:r>
              <a:rPr lang="nl-NL" dirty="0"/>
              <a:t>: voltage of a </a:t>
            </a:r>
            <a:r>
              <a:rPr lang="nl-NL" dirty="0" err="1"/>
              <a:t>cell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constant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neither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excitability</a:t>
            </a:r>
            <a:endParaRPr lang="nl-NL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nl-NL" dirty="0">
                <a:sym typeface="Wingdings" panose="05000000000000000000" pitchFamily="2" charset="2"/>
              </a:rPr>
              <a:t>The way </a:t>
            </a:r>
            <a:r>
              <a:rPr lang="nl-NL" dirty="0" err="1">
                <a:sym typeface="Wingdings" panose="05000000000000000000" pitchFamily="2" charset="2"/>
              </a:rPr>
              <a:t>they</a:t>
            </a:r>
            <a:r>
              <a:rPr lang="nl-NL" dirty="0">
                <a:sym typeface="Wingdings" panose="05000000000000000000" pitchFamily="2" charset="2"/>
              </a:rPr>
              <a:t> do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is </a:t>
            </a:r>
            <a:r>
              <a:rPr lang="nl-NL" dirty="0" err="1">
                <a:sym typeface="Wingdings" panose="05000000000000000000" pitchFamily="2" charset="2"/>
              </a:rPr>
              <a:t>by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saying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each</a:t>
            </a:r>
            <a:r>
              <a:rPr lang="nl-NL" dirty="0">
                <a:sym typeface="Wingdings" panose="05000000000000000000" pitchFamily="2" charset="2"/>
              </a:rPr>
              <a:t> units </a:t>
            </a:r>
            <a:r>
              <a:rPr lang="nl-NL" dirty="0" err="1">
                <a:sym typeface="Wingdings" panose="05000000000000000000" pitchFamily="2" charset="2"/>
              </a:rPr>
              <a:t>threshold</a:t>
            </a:r>
            <a:r>
              <a:rPr lang="nl-NL" dirty="0">
                <a:sym typeface="Wingdings" panose="05000000000000000000" pitchFamily="2" charset="2"/>
              </a:rPr>
              <a:t> at a </a:t>
            </a:r>
            <a:r>
              <a:rPr lang="nl-NL" dirty="0" err="1">
                <a:sym typeface="Wingdings" panose="05000000000000000000" pitchFamily="2" charset="2"/>
              </a:rPr>
              <a:t>certain</a:t>
            </a:r>
            <a:r>
              <a:rPr lang="nl-NL" dirty="0">
                <a:sym typeface="Wingdings" panose="05000000000000000000" pitchFamily="2" charset="2"/>
              </a:rPr>
              <a:t> point </a:t>
            </a:r>
            <a:r>
              <a:rPr lang="nl-NL" dirty="0" err="1">
                <a:sym typeface="Wingdings" panose="05000000000000000000" pitchFamily="2" charset="2"/>
              </a:rPr>
              <a:t>comes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from</a:t>
            </a:r>
            <a:r>
              <a:rPr lang="nl-NL" dirty="0">
                <a:sym typeface="Wingdings" panose="05000000000000000000" pitchFamily="2" charset="2"/>
              </a:rPr>
              <a:t> a unit </a:t>
            </a:r>
            <a:r>
              <a:rPr lang="nl-NL" dirty="0" err="1">
                <a:sym typeface="Wingdings" panose="05000000000000000000" pitchFamily="2" charset="2"/>
              </a:rPr>
              <a:t>specific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Normal</a:t>
            </a:r>
            <a:r>
              <a:rPr lang="nl-NL" dirty="0">
                <a:sym typeface="Wingdings" panose="05000000000000000000" pitchFamily="2" charset="2"/>
              </a:rPr>
              <a:t> distr. </a:t>
            </a:r>
            <a:r>
              <a:rPr lang="nl-NL" dirty="0" err="1">
                <a:sym typeface="Wingdings" panose="05000000000000000000" pitchFamily="2" charset="2"/>
              </a:rPr>
              <a:t>With</a:t>
            </a:r>
            <a:r>
              <a:rPr lang="nl-NL" dirty="0">
                <a:sym typeface="Wingdings" panose="05000000000000000000" pitchFamily="2" charset="2"/>
              </a:rPr>
              <a:t> a unit </a:t>
            </a:r>
            <a:r>
              <a:rPr lang="nl-NL" dirty="0" err="1">
                <a:sym typeface="Wingdings" panose="05000000000000000000" pitchFamily="2" charset="2"/>
              </a:rPr>
              <a:t>specific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mean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and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variance</a:t>
            </a:r>
            <a:endParaRPr lang="nl-NL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nl-NL" dirty="0" err="1">
                <a:sym typeface="Wingdings" panose="05000000000000000000" pitchFamily="2" charset="2"/>
              </a:rPr>
              <a:t>Some</a:t>
            </a:r>
            <a:r>
              <a:rPr lang="nl-NL" dirty="0">
                <a:sym typeface="Wingdings" panose="05000000000000000000" pitchFamily="2" charset="2"/>
              </a:rPr>
              <a:t> units </a:t>
            </a:r>
            <a:r>
              <a:rPr lang="nl-NL" dirty="0" err="1">
                <a:sym typeface="Wingdings" panose="05000000000000000000" pitchFamily="2" charset="2"/>
              </a:rPr>
              <a:t>might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vary</a:t>
            </a:r>
            <a:r>
              <a:rPr lang="nl-NL" dirty="0">
                <a:sym typeface="Wingdings" panose="05000000000000000000" pitchFamily="2" charset="2"/>
              </a:rPr>
              <a:t> more </a:t>
            </a:r>
            <a:r>
              <a:rPr lang="nl-NL" dirty="0" err="1">
                <a:sym typeface="Wingdings" panose="05000000000000000000" pitchFamily="2" charset="2"/>
              </a:rPr>
              <a:t>other</a:t>
            </a:r>
            <a:r>
              <a:rPr lang="nl-NL" dirty="0">
                <a:sym typeface="Wingdings" panose="05000000000000000000" pitchFamily="2" charset="2"/>
              </a:rPr>
              <a:t> units are </a:t>
            </a:r>
            <a:r>
              <a:rPr lang="nl-NL" dirty="0" err="1">
                <a:sym typeface="Wingdings" panose="05000000000000000000" pitchFamily="2" charset="2"/>
              </a:rPr>
              <a:t>generally</a:t>
            </a:r>
            <a:r>
              <a:rPr lang="nl-NL" dirty="0">
                <a:sym typeface="Wingdings" panose="05000000000000000000" pitchFamily="2" charset="2"/>
              </a:rPr>
              <a:t> harder </a:t>
            </a:r>
            <a:r>
              <a:rPr lang="nl-NL" dirty="0" err="1">
                <a:sym typeface="Wingdings" panose="05000000000000000000" pitchFamily="2" charset="2"/>
              </a:rPr>
              <a:t>to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excite</a:t>
            </a:r>
            <a:r>
              <a:rPr lang="nl-NL" dirty="0"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nl-NL" dirty="0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NL" dirty="0" err="1">
                <a:sym typeface="Wingdings" panose="05000000000000000000" pitchFamily="2" charset="2"/>
              </a:rPr>
              <a:t>Cobariance</a:t>
            </a:r>
            <a:r>
              <a:rPr lang="nl-NL" dirty="0">
                <a:sym typeface="Wingdings" panose="05000000000000000000" pitchFamily="2" charset="2"/>
              </a:rPr>
              <a:t> matrix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83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 a case </a:t>
            </a:r>
            <a:r>
              <a:rPr lang="nl-NL" dirty="0" err="1"/>
              <a:t>for</a:t>
            </a:r>
            <a:r>
              <a:rPr lang="nl-NL" dirty="0"/>
              <a:t> U 6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motor unit does </a:t>
            </a:r>
            <a:r>
              <a:rPr lang="nl-NL" dirty="0" err="1"/>
              <a:t>not</a:t>
            </a:r>
            <a:r>
              <a:rPr lang="nl-NL" dirty="0"/>
              <a:t> share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muap</a:t>
            </a:r>
            <a:r>
              <a:rPr lang="nl-NL" dirty="0"/>
              <a:t> =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contribution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withing</a:t>
            </a:r>
            <a:r>
              <a:rPr lang="nl-NL" dirty="0"/>
              <a:t> unit </a:t>
            </a:r>
            <a:r>
              <a:rPr lang="nl-NL" dirty="0" err="1"/>
              <a:t>variance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try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incorporate</a:t>
            </a:r>
            <a:r>
              <a:rPr lang="nl-NL" dirty="0"/>
              <a:t> is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they</a:t>
            </a:r>
            <a:r>
              <a:rPr lang="nl-NL" dirty="0"/>
              <a:t> model </a:t>
            </a:r>
            <a:r>
              <a:rPr lang="nl-NL" dirty="0" err="1"/>
              <a:t>this</a:t>
            </a:r>
            <a:r>
              <a:rPr lang="nl-NL" dirty="0"/>
              <a:t> as a </a:t>
            </a:r>
            <a:r>
              <a:rPr lang="nl-NL" dirty="0" err="1"/>
              <a:t>normal</a:t>
            </a:r>
            <a:r>
              <a:rPr lang="nl-NL" dirty="0"/>
              <a:t> dist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problem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you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could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theoretically</a:t>
            </a:r>
            <a:r>
              <a:rPr lang="nl-NL" dirty="0">
                <a:sym typeface="Wingdings" panose="05000000000000000000" pitchFamily="2" charset="2"/>
              </a:rPr>
              <a:t> get </a:t>
            </a:r>
            <a:r>
              <a:rPr lang="nl-NL" dirty="0" err="1">
                <a:sym typeface="Wingdings" panose="05000000000000000000" pitchFamily="2" charset="2"/>
              </a:rPr>
              <a:t>muap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are </a:t>
            </a:r>
            <a:r>
              <a:rPr lang="nl-NL" dirty="0" err="1">
                <a:sym typeface="Wingdings" panose="05000000000000000000" pitchFamily="2" charset="2"/>
              </a:rPr>
              <a:t>negative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which</a:t>
            </a:r>
            <a:r>
              <a:rPr lang="nl-NL" dirty="0">
                <a:sym typeface="Wingdings" panose="05000000000000000000" pitchFamily="2" charset="2"/>
              </a:rPr>
              <a:t> is </a:t>
            </a:r>
            <a:r>
              <a:rPr lang="nl-NL" dirty="0" err="1">
                <a:sym typeface="Wingdings" panose="05000000000000000000" pitchFamily="2" charset="2"/>
              </a:rPr>
              <a:t>not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possible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not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right </a:t>
            </a:r>
            <a:r>
              <a:rPr lang="nl-NL" dirty="0" err="1">
                <a:sym typeface="Wingdings" panose="05000000000000000000" pitchFamily="2" charset="2"/>
              </a:rPr>
              <a:t>distribution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028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i </a:t>
            </a:r>
            <a:r>
              <a:rPr lang="nl-NL" dirty="0" err="1"/>
              <a:t>understand</a:t>
            </a:r>
            <a:r>
              <a:rPr lang="nl-NL" dirty="0"/>
              <a:t>, most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method</a:t>
            </a:r>
            <a:endParaRPr lang="nl-NL" dirty="0"/>
          </a:p>
          <a:p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smoothing</a:t>
            </a:r>
            <a:r>
              <a:rPr lang="nl-NL" dirty="0"/>
              <a:t> means, of </a:t>
            </a:r>
            <a:r>
              <a:rPr lang="nl-NL" dirty="0" err="1"/>
              <a:t>what</a:t>
            </a:r>
            <a:r>
              <a:rPr lang="nl-NL" dirty="0"/>
              <a:t> points??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says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creates</a:t>
            </a:r>
            <a:r>
              <a:rPr lang="nl-NL" dirty="0"/>
              <a:t> a </a:t>
            </a:r>
            <a:r>
              <a:rPr lang="nl-NL" dirty="0" err="1"/>
              <a:t>prob</a:t>
            </a:r>
            <a:r>
              <a:rPr lang="nl-NL" dirty="0"/>
              <a:t> of a stimuli </a:t>
            </a:r>
            <a:r>
              <a:rPr lang="nl-NL" dirty="0" err="1"/>
              <a:t>evoking</a:t>
            </a:r>
            <a:r>
              <a:rPr lang="nl-NL" dirty="0"/>
              <a:t> a response</a:t>
            </a:r>
          </a:p>
          <a:p>
            <a:endParaRPr lang="nl-NL" dirty="0"/>
          </a:p>
          <a:p>
            <a:r>
              <a:rPr lang="nl-NL" dirty="0" err="1"/>
              <a:t>Diff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contoured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data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arreor</a:t>
            </a:r>
            <a:r>
              <a:rPr lang="nl-NL" dirty="0">
                <a:sym typeface="Wingdings" panose="05000000000000000000" pitchFamily="2" charset="2"/>
              </a:rPr>
              <a:t> score </a:t>
            </a:r>
            <a:r>
              <a:rPr lang="nl-NL" dirty="0" err="1">
                <a:sym typeface="Wingdings" panose="05000000000000000000" pitchFamily="2" charset="2"/>
              </a:rPr>
              <a:t>for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each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smoothed</a:t>
            </a:r>
            <a:r>
              <a:rPr lang="nl-NL" dirty="0">
                <a:sym typeface="Wingdings" panose="05000000000000000000" pitchFamily="2" charset="2"/>
              </a:rPr>
              <a:t> point?</a:t>
            </a: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 err="1">
                <a:sym typeface="Wingdings" panose="05000000000000000000" pitchFamily="2" charset="2"/>
              </a:rPr>
              <a:t>What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can</a:t>
            </a:r>
            <a:r>
              <a:rPr lang="nl-NL" dirty="0">
                <a:sym typeface="Wingdings" panose="05000000000000000000" pitchFamily="2" charset="2"/>
              </a:rPr>
              <a:t> we do </a:t>
            </a:r>
            <a:r>
              <a:rPr lang="nl-NL" dirty="0" err="1">
                <a:sym typeface="Wingdings" panose="05000000000000000000" pitchFamily="2" charset="2"/>
              </a:rPr>
              <a:t>with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this</a:t>
            </a:r>
            <a:r>
              <a:rPr lang="nl-NL" dirty="0">
                <a:sym typeface="Wingdings" panose="05000000000000000000" pitchFamily="2" charset="2"/>
              </a:rPr>
              <a:t>, exact procedures are </a:t>
            </a:r>
            <a:r>
              <a:rPr lang="nl-NL" dirty="0" err="1">
                <a:sym typeface="Wingdings" panose="05000000000000000000" pitchFamily="2" charset="2"/>
              </a:rPr>
              <a:t>unknown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from</a:t>
            </a:r>
            <a:r>
              <a:rPr lang="nl-NL" dirty="0">
                <a:sym typeface="Wingdings" panose="05000000000000000000" pitchFamily="2" charset="2"/>
              </a:rPr>
              <a:t> manuscript?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63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rtlCol="0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  <p:pic>
        <p:nvPicPr>
          <p:cNvPr id="5" name="Au logo">
            <a:extLst>
              <a:ext uri="{FF2B5EF4-FFF2-40B4-BE49-F238E27FC236}">
                <a16:creationId xmlns:a16="http://schemas.microsoft.com/office/drawing/2014/main" id="{D8A0443B-B47B-80BC-D5AA-0761B6E702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6" name="SecondaryLogo">
            <a:extLst>
              <a:ext uri="{FF2B5EF4-FFF2-40B4-BE49-F238E27FC236}">
                <a16:creationId xmlns:a16="http://schemas.microsoft.com/office/drawing/2014/main" id="{FA903622-D548-DBF7-B6EF-E0C1AD831A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10" name="OFF_logo1Computed">
            <a:extLst>
              <a:ext uri="{FF2B5EF4-FFF2-40B4-BE49-F238E27FC236}">
                <a16:creationId xmlns:a16="http://schemas.microsoft.com/office/drawing/2014/main" id="{710EAEB6-AC06-B3E0-C002-F264218E90F5}"/>
              </a:ext>
            </a:extLst>
          </p:cNvPr>
          <p:cNvSpPr/>
          <p:nvPr userDrawn="1"/>
        </p:nvSpPr>
        <p:spPr bwMode="auto">
          <a:xfrm flipH="1">
            <a:off x="972064" y="5997600"/>
            <a:ext cx="754426" cy="589622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rtl="0">
              <a:defRPr/>
            </a:pPr>
            <a:endParaRPr lang="da-DK" sz="4799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rtlCol="0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 rtlCol="0"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/>
              <a:t>Click to edit Master text styles</a:t>
            </a:r>
            <a:endParaRPr lang="da-DK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da-DK" sz="4799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da-DK"/>
          </a:p>
        </p:txBody>
      </p:sp>
      <p:pic>
        <p:nvPicPr>
          <p:cNvPr id="5" name="Au logo">
            <a:extLst>
              <a:ext uri="{FF2B5EF4-FFF2-40B4-BE49-F238E27FC236}">
                <a16:creationId xmlns:a16="http://schemas.microsoft.com/office/drawing/2014/main" id="{389176A3-F1D0-6065-0482-7F7E203C53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6" name="SecondaryLogo">
            <a:extLst>
              <a:ext uri="{FF2B5EF4-FFF2-40B4-BE49-F238E27FC236}">
                <a16:creationId xmlns:a16="http://schemas.microsoft.com/office/drawing/2014/main" id="{EB6D3501-8354-C73A-A9BE-FFC56D22CB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7" name="OFF_logo1Computed">
            <a:extLst>
              <a:ext uri="{FF2B5EF4-FFF2-40B4-BE49-F238E27FC236}">
                <a16:creationId xmlns:a16="http://schemas.microsoft.com/office/drawing/2014/main" id="{95A6469B-B564-B39B-C9E9-73329A005204}"/>
              </a:ext>
            </a:extLst>
          </p:cNvPr>
          <p:cNvSpPr/>
          <p:nvPr userDrawn="1"/>
        </p:nvSpPr>
        <p:spPr bwMode="auto">
          <a:xfrm flipH="1">
            <a:off x="972064" y="5997600"/>
            <a:ext cx="754426" cy="589622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rtlCol="0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  <p:pic>
        <p:nvPicPr>
          <p:cNvPr id="4" name="Au logo">
            <a:extLst>
              <a:ext uri="{FF2B5EF4-FFF2-40B4-BE49-F238E27FC236}">
                <a16:creationId xmlns:a16="http://schemas.microsoft.com/office/drawing/2014/main" id="{7D59D111-E135-B387-AB6E-608683C81B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5" name="SecondaryLogo">
            <a:extLst>
              <a:ext uri="{FF2B5EF4-FFF2-40B4-BE49-F238E27FC236}">
                <a16:creationId xmlns:a16="http://schemas.microsoft.com/office/drawing/2014/main" id="{1E70B8A8-6AD6-C4BA-A5FB-AE0AB2A061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6" name="OFF_logo1Computed">
            <a:extLst>
              <a:ext uri="{FF2B5EF4-FFF2-40B4-BE49-F238E27FC236}">
                <a16:creationId xmlns:a16="http://schemas.microsoft.com/office/drawing/2014/main" id="{09D10CE5-C19A-FF80-275C-E5A768AC6A40}"/>
              </a:ext>
            </a:extLst>
          </p:cNvPr>
          <p:cNvSpPr/>
          <p:nvPr userDrawn="1"/>
        </p:nvSpPr>
        <p:spPr bwMode="auto">
          <a:xfrm flipH="1">
            <a:off x="972064" y="5997600"/>
            <a:ext cx="754426" cy="589622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 linjer 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11CE3-C86D-8E4F-2553-1B3198226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31218" y="6101832"/>
            <a:ext cx="1003300" cy="6685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  <a:p>
            <a:pPr algn="ctr" rtl="0"/>
            <a:endParaRPr lang="da-DK" sz="4799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rtlCol="0" anchor="t" anchorCtr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  <a:p>
            <a:pPr algn="ctr" rtl="0"/>
            <a:endParaRPr lang="da-DK" sz="479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rtlCol="0" anchor="t" anchorCtr="0"/>
          <a:lstStyle>
            <a:lvl1pPr>
              <a:defRPr/>
            </a:lvl1pPr>
          </a:lstStyle>
          <a:p>
            <a:pPr rtl="0"/>
            <a:r>
              <a:rPr lang="en-gb"/>
              <a:t>Insert title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 rtlCol="0"/>
          <a:lstStyle>
            <a:lvl1pPr marL="0" indent="0"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  <a:p>
            <a:pPr algn="ctr" rtl="0"/>
            <a:endParaRPr lang="da-DK" sz="4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rtlCol="0"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  <a:p>
            <a:pPr lvl="5" rtl="0"/>
            <a:r>
              <a:rPr lang="en-gb"/>
              <a:t>6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 rtlCol="0"/>
          <a:lstStyle>
            <a:lvl1pPr marL="0" indent="0"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 linjer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 rtlCol="0"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 rtl="0"/>
            <a:r>
              <a:rPr lang="en-gb"/>
              <a:t>Click to add Quote text, for next level ENTER and TAB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rtlCol="0" anchor="t" anchorCtr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 rtlCol="0"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 rtl="0"/>
            <a:r>
              <a:rPr lang="en-gb"/>
              <a:t>Click to add Quote text, for next level ENTER and TAB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 rtlCol="0"/>
          <a:lstStyle/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da-DK" sz="479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  <a:prstGeom prst="rect">
            <a:avLst/>
          </a:prstGeom>
        </p:spPr>
        <p:txBody>
          <a:bodyPr rtlCol="0"/>
          <a:lstStyle>
            <a:lvl1pPr>
              <a:defRPr sz="100">
                <a:noFill/>
              </a:defRPr>
            </a:lvl1pPr>
          </a:lstStyle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 rtlCol="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rtl="0">
              <a:lnSpc>
                <a:spcPct val="85000"/>
              </a:lnSpc>
            </a:pPr>
            <a:r>
              <a:rPr lang="en-gb" sz="10000" kern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da-DK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 rtlCol="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rtl="0">
              <a:lnSpc>
                <a:spcPct val="85000"/>
              </a:lnSpc>
            </a:pPr>
            <a:r>
              <a:rPr lang="en-gb" sz="10000" kern="0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da-DK" sz="10000" kern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 rtlCol="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 rtl="0">
              <a:lnSpc>
                <a:spcPct val="85000"/>
              </a:lnSpc>
            </a:pPr>
            <a:r>
              <a:rPr lang="en-gb" sz="10000" kern="0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da-DK" sz="1000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endParaRPr lang="da-DK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  <a:prstGeom prst="rect">
            <a:avLst/>
          </a:prstGeom>
        </p:spPr>
        <p:txBody>
          <a:bodyPr rtlCol="0"/>
          <a:lstStyle>
            <a:lvl1pPr>
              <a:defRPr sz="100">
                <a:noFill/>
              </a:defRPr>
            </a:lvl1pPr>
          </a:lstStyle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/>
          </a:p>
        </p:txBody>
      </p:sp>
      <p:sp>
        <p:nvSpPr>
          <p:cNvPr id="5" name="LAN_AUWBreak"/>
          <p:cNvSpPr/>
          <p:nvPr userDrawn="1"/>
        </p:nvSpPr>
        <p:spPr bwMode="auto">
          <a:xfrm>
            <a:off x="6022613" y="2804400"/>
            <a:ext cx="65" cy="757567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4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 
Universitet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endParaRPr lang="da-DK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  <a:prstGeom prst="rect">
            <a:avLst/>
          </a:prstGeom>
        </p:spPr>
        <p:txBody>
          <a:bodyPr rtlCol="0"/>
          <a:lstStyle>
            <a:lvl1pPr>
              <a:defRPr sz="100">
                <a:noFill/>
              </a:defRPr>
            </a:lvl1pPr>
          </a:lstStyle>
          <a:p>
            <a:pPr rtl="0">
              <a:defRPr/>
            </a:pPr>
            <a:fld id="{E90C1E0A-682D-40DC-B1EA-26C007FDC330}" type="slidenum">
              <a:rPr lang="da-DK" smtClean="0"/>
              <a:pPr rtl="0"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ogI_Blank">
    <p:bg>
      <p:bgPr>
        <a:solidFill>
          <a:srgbClr val="002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18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lvl="0" rtl="0"/>
            <a:r>
              <a:rPr lang="en-gb" noProof="0"/>
              <a:t>Click to edit Master title style</a:t>
            </a:r>
            <a:endParaRPr lang="da-DK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en-gb" noProof="0"/>
              <a:t>Click to edit Master text styles</a:t>
            </a:r>
            <a:endParaRPr lang="da-DK"/>
          </a:p>
          <a:p>
            <a:pPr lvl="1" rtl="0"/>
            <a:r>
              <a:rPr lang="en-gb" noProof="0"/>
              <a:t>Second level</a:t>
            </a:r>
            <a:endParaRPr lang="da-DK"/>
          </a:p>
          <a:p>
            <a:pPr lvl="2" rtl="0"/>
            <a:r>
              <a:rPr lang="en-gb" noProof="0"/>
              <a:t>Third level</a:t>
            </a:r>
            <a:endParaRPr lang="da-DK"/>
          </a:p>
          <a:p>
            <a:pPr lvl="3" rtl="0"/>
            <a:r>
              <a:rPr lang="en-gb" noProof="0"/>
              <a:t>Fourth level</a:t>
            </a:r>
            <a:endParaRPr lang="da-DK"/>
          </a:p>
          <a:p>
            <a:pPr lvl="4" rtl="0"/>
            <a:r>
              <a:rPr lang="en-gb" noProof="0"/>
              <a:t>Fifth level</a:t>
            </a:r>
            <a:endParaRPr lang="da-DK"/>
          </a:p>
          <a:p>
            <a:pPr lvl="5" rtl="0"/>
            <a:r>
              <a:rPr lang="en-gb" noProof="0"/>
              <a:t>6 level</a:t>
            </a:r>
            <a:endParaRPr lang="da-DK"/>
          </a:p>
          <a:p>
            <a:pPr lvl="6" rtl="0"/>
            <a:r>
              <a:rPr lang="en-gb" noProof="0"/>
              <a:t>7 level</a:t>
            </a:r>
            <a:endParaRPr lang="da-DK"/>
          </a:p>
          <a:p>
            <a:pPr lvl="7" rtl="0"/>
            <a:r>
              <a:rPr lang="en-gb" noProof="0"/>
              <a:t>8 level</a:t>
            </a:r>
            <a:endParaRPr lang="da-DK"/>
          </a:p>
          <a:p>
            <a:pPr lvl="8" rtl="0"/>
            <a:r>
              <a:rPr lang="en-gb" noProof="0"/>
              <a:t>9 level</a:t>
            </a:r>
            <a:endParaRPr lang="da-DK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2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pPr rtl="0"/>
            <a:fld id="{78417F83-4CBA-48F2-BAD0-783AE3701E32}" type="datetimeFigureOut">
              <a:rPr lang="da-DK" smtClean="0"/>
              <a:pPr rtl="0"/>
              <a:t>05-10-2026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3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pPr rtl="0"/>
            <a:endParaRPr lang="da-DK"/>
          </a:p>
        </p:txBody>
      </p:sp>
      <p:pic>
        <p:nvPicPr>
          <p:cNvPr id="7" name="SecondaryLogo_sort">
            <a:extLst>
              <a:ext uri="{FF2B5EF4-FFF2-40B4-BE49-F238E27FC236}">
                <a16:creationId xmlns:a16="http://schemas.microsoft.com/office/drawing/2014/main" id="{DE8FAF76-5679-F851-BAB4-E2111CC0A706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pic>
        <p:nvPicPr>
          <p:cNvPr id="8" name="Au logo">
            <a:extLst>
              <a:ext uri="{FF2B5EF4-FFF2-40B4-BE49-F238E27FC236}">
                <a16:creationId xmlns:a16="http://schemas.microsoft.com/office/drawing/2014/main" id="{832C50A3-ACB9-80E9-7702-BF17B690A380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sp>
        <p:nvSpPr>
          <p:cNvPr id="9" name="OFF_logo1Computed">
            <a:extLst>
              <a:ext uri="{FF2B5EF4-FFF2-40B4-BE49-F238E27FC236}">
                <a16:creationId xmlns:a16="http://schemas.microsoft.com/office/drawing/2014/main" id="{4473F323-6CCE-93DF-9662-CC0BDA2D6730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  <p:sldLayoutId id="2147483679" r:id="rId2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9A245E9-A962-4541-A38F-ADE1A9EB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a-DK"/>
              <a:t>09-05-2023</a:t>
            </a:r>
            <a:r>
              <a:rPr lang="en-gb"/>
              <a:t>03-09-2019</a:t>
            </a:r>
            <a:endParaRPr lang="da-DK"/>
          </a:p>
        </p:txBody>
      </p:sp>
      <p:sp>
        <p:nvSpPr>
          <p:cNvPr id="10" name="OFF_logo2Computed">
            <a:extLst>
              <a:ext uri="{FF2B5EF4-FFF2-40B4-BE49-F238E27FC236}">
                <a16:creationId xmlns:a16="http://schemas.microsoft.com/office/drawing/2014/main" id="{E2F83F7F-79BF-3602-59CB-E431E5A02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 rtlCol="0">
            <a:spAutoFit/>
          </a:bodyPr>
          <a:lstStyle/>
          <a:p>
            <a:pPr rtl="0">
              <a:lnSpc>
                <a:spcPct val="95000"/>
              </a:lnSpc>
              <a:defRPr/>
            </a:pPr>
            <a:endParaRPr lang="da-DK" sz="600" cap="all" spc="40" baseline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BB3A896-EBFD-4096-9DF8-699F8CB4EC48}"/>
              </a:ext>
            </a:extLst>
          </p:cNvPr>
          <p:cNvSpPr txBox="1">
            <a:spLocks/>
          </p:cNvSpPr>
          <p:nvPr/>
        </p:nvSpPr>
        <p:spPr bwMode="auto">
          <a:xfrm>
            <a:off x="985838" y="2422468"/>
            <a:ext cx="102203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cap="all" baseline="0">
                <a:solidFill>
                  <a:schemeClr val="bg1"/>
                </a:solidFill>
                <a:latin typeface="AU Passata Light" panose="020B0303030902030804" pitchFamily="34" charset="0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2pPr>
            <a:lvl3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3pPr>
            <a:lvl4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4pPr>
            <a:lvl5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5pPr>
            <a:lvl6pPr marL="4572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6pPr>
            <a:lvl7pPr marL="9144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7pPr>
            <a:lvl8pPr marL="13716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8pPr>
            <a:lvl9pPr marL="18288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9pPr>
          </a:lstStyle>
          <a:p>
            <a:pPr algn="ctr" rtl="0">
              <a:buFontTx/>
            </a:pPr>
            <a:r>
              <a:rPr lang="en-gb" kern="0" cap="none" dirty="0">
                <a:latin typeface="AU Passata" panose="020B0503030502030804" pitchFamily="34" charset="77"/>
              </a:rPr>
              <a:t>Statistical MUNE methods</a:t>
            </a:r>
          </a:p>
        </p:txBody>
      </p:sp>
    </p:spTree>
    <p:extLst>
      <p:ext uri="{BB962C8B-B14F-4D97-AF65-F5344CB8AC3E}">
        <p14:creationId xmlns:p14="http://schemas.microsoft.com/office/powerpoint/2010/main" val="69159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57BC-B0E0-E2A0-1C70-3380BCDC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DF67A-4820-1F77-DF8A-56F8D355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811F314-8995-453B-AFBC-5599A505FF7A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8" name="Picture 7" descr="Lightning Icon PNGs for Free Download">
            <a:extLst>
              <a:ext uri="{FF2B5EF4-FFF2-40B4-BE49-F238E27FC236}">
                <a16:creationId xmlns:a16="http://schemas.microsoft.com/office/drawing/2014/main" id="{09135DF5-DD78-7149-9E16-8FBF600B0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66" y="2755933"/>
            <a:ext cx="1142298" cy="1142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04F0BF-FDCD-C47B-9698-91443B9A70D0}"/>
              </a:ext>
            </a:extLst>
          </p:cNvPr>
          <p:cNvSpPr txBox="1"/>
          <p:nvPr/>
        </p:nvSpPr>
        <p:spPr>
          <a:xfrm>
            <a:off x="1989170" y="3781276"/>
            <a:ext cx="1424539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nl-NL" sz="1600" dirty="0">
                <a:latin typeface="+mn-lt"/>
              </a:rPr>
              <a:t>Electrode (mA)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211A1C1-A7A6-F51A-306A-9AF94F1D2BAC}"/>
              </a:ext>
            </a:extLst>
          </p:cNvPr>
          <p:cNvSpPr/>
          <p:nvPr/>
        </p:nvSpPr>
        <p:spPr bwMode="auto">
          <a:xfrm>
            <a:off x="5234045" y="3300152"/>
            <a:ext cx="1720734" cy="257695"/>
          </a:xfrm>
          <a:prstGeom prst="rightArrow">
            <a:avLst/>
          </a:prstGeom>
          <a:solidFill>
            <a:schemeClr val="tx1"/>
          </a:solidFill>
          <a:ln w="1778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nl-NL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2B012B-DF70-AC10-549C-5A8BC443C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505" y="2804794"/>
            <a:ext cx="2352562" cy="1333118"/>
          </a:xfrm>
          <a:prstGeom prst="rect">
            <a:avLst/>
          </a:prstGeom>
        </p:spPr>
      </p:pic>
      <p:pic>
        <p:nvPicPr>
          <p:cNvPr id="20" name="Picture 19" descr="Electromyography and Evoked Potentials (Chapter 49) - Gupta and Gelb's  Essentials of Neuroanesthesia and Neurointensive Care">
            <a:extLst>
              <a:ext uri="{FF2B5EF4-FFF2-40B4-BE49-F238E27FC236}">
                <a16:creationId xmlns:a16="http://schemas.microsoft.com/office/drawing/2014/main" id="{72D93948-E2B2-B696-D6F5-AB5FAE1B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505" y="910530"/>
            <a:ext cx="2352563" cy="14854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54827F-E157-9F6F-1F43-07EB5AE11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383" y="4461996"/>
            <a:ext cx="2509088" cy="1549730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5D553330-116E-48CA-CDE3-9DF11D5A6069}"/>
              </a:ext>
            </a:extLst>
          </p:cNvPr>
          <p:cNvSpPr/>
          <p:nvPr/>
        </p:nvSpPr>
        <p:spPr bwMode="auto">
          <a:xfrm>
            <a:off x="7165572" y="4304216"/>
            <a:ext cx="3740726" cy="2071646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nl-NL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28" name="Arrow: Curved Right 27">
            <a:extLst>
              <a:ext uri="{FF2B5EF4-FFF2-40B4-BE49-F238E27FC236}">
                <a16:creationId xmlns:a16="http://schemas.microsoft.com/office/drawing/2014/main" id="{6FB6C8C2-45A1-4871-0740-B88EBADCA179}"/>
              </a:ext>
            </a:extLst>
          </p:cNvPr>
          <p:cNvSpPr/>
          <p:nvPr/>
        </p:nvSpPr>
        <p:spPr bwMode="auto">
          <a:xfrm flipH="1">
            <a:off x="10015338" y="1616223"/>
            <a:ext cx="982400" cy="3820301"/>
          </a:xfrm>
          <a:prstGeom prst="curvedRightArrow">
            <a:avLst/>
          </a:prstGeom>
          <a:solidFill>
            <a:schemeClr val="tx1"/>
          </a:solidFill>
          <a:ln w="177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nl-NL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18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A018-2852-4442-415C-042C6AA36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B356A-0937-4053-589B-98820F686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EF6E8-E9EB-7397-AC4E-D82F42A7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3A568F3-DE90-4DAF-B017-6278EA889E9B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BFCFC-F125-162D-1469-4F3077E8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38" y="149115"/>
            <a:ext cx="8757948" cy="604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0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9AAC-3850-80F3-A05D-61DC9B8A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Previous</a:t>
            </a:r>
            <a:r>
              <a:rPr lang="nl-NL" dirty="0"/>
              <a:t> MUNE </a:t>
            </a:r>
            <a:r>
              <a:rPr lang="nl-NL" dirty="0" err="1"/>
              <a:t>methods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1C07B-96E6-55FC-5E93-05579D0DD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dirty="0"/>
                  <a:t>1. </a:t>
                </a:r>
                <a:r>
                  <a:rPr lang="nl-NL" dirty="0" err="1"/>
                  <a:t>McComas</a:t>
                </a:r>
                <a:r>
                  <a:rPr lang="nl-NL" dirty="0"/>
                  <a:t> et al. (1971): </a:t>
                </a:r>
                <a:r>
                  <a:rPr lang="nl-NL" dirty="0" err="1"/>
                  <a:t>Incremental</a:t>
                </a:r>
                <a:r>
                  <a:rPr lang="nl-NL" dirty="0"/>
                  <a:t> </a:t>
                </a:r>
                <a:r>
                  <a:rPr lang="nl-NL" dirty="0" err="1"/>
                  <a:t>method</a:t>
                </a:r>
                <a:endParaRPr lang="nl-NL" dirty="0"/>
              </a:p>
              <a:p>
                <a:pPr marL="774900" lvl="1" indent="-342900"/>
                <a:r>
                  <a:rPr lang="nl-NL" dirty="0" err="1"/>
                  <a:t>Gradual</a:t>
                </a:r>
                <a:r>
                  <a:rPr lang="nl-NL" dirty="0"/>
                  <a:t> </a:t>
                </a:r>
                <a:r>
                  <a:rPr lang="nl-NL" dirty="0" err="1"/>
                  <a:t>increasing</a:t>
                </a:r>
                <a:r>
                  <a:rPr lang="nl-NL" dirty="0"/>
                  <a:t> stimuli</a:t>
                </a:r>
              </a:p>
              <a:p>
                <a:pPr marL="774900" lvl="1" indent="-342900"/>
                <a:r>
                  <a:rPr lang="nl-NL" dirty="0" err="1"/>
                  <a:t>Until</a:t>
                </a:r>
                <a:r>
                  <a:rPr lang="nl-NL" dirty="0"/>
                  <a:t> 10 </a:t>
                </a:r>
                <a:r>
                  <a:rPr lang="nl-NL" dirty="0" err="1"/>
                  <a:t>jumps</a:t>
                </a:r>
                <a:r>
                  <a:rPr lang="nl-NL" dirty="0"/>
                  <a:t> in CMAP </a:t>
                </a:r>
                <a:r>
                  <a:rPr lang="nl-NL" dirty="0" err="1"/>
                  <a:t>detected</a:t>
                </a:r>
                <a:endParaRPr lang="nl-NL" dirty="0"/>
              </a:p>
              <a:p>
                <a:pPr marL="774900" lvl="1" indent="-342900"/>
                <a:endParaRPr lang="nl-NL" dirty="0"/>
              </a:p>
              <a:p>
                <a:pPr marL="774900" lvl="1" indent="-342900"/>
                <a:r>
                  <a:rPr lang="nl-NL" dirty="0" err="1"/>
                  <a:t>Assumption</a:t>
                </a:r>
                <a:r>
                  <a:rPr lang="nl-NL" dirty="0"/>
                  <a:t>: </a:t>
                </a:r>
                <a:r>
                  <a:rPr lang="nl-NL" dirty="0" err="1"/>
                  <a:t>jump</a:t>
                </a:r>
                <a:r>
                  <a:rPr lang="nl-NL" dirty="0"/>
                  <a:t> =+ 1 Unit</a:t>
                </a:r>
              </a:p>
              <a:p>
                <a:pPr marL="774900" lvl="1" indent="-342900"/>
                <a:endParaRPr lang="nl-NL" dirty="0"/>
              </a:p>
              <a:p>
                <a:pPr marL="774900" lvl="1" indent="-3429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1" smtClean="0">
                        <a:latin typeface="Cambria Math" panose="02040503050406030204" pitchFamily="18" charset="0"/>
                      </a:rPr>
                      <m:t>Mune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CMAP</m:t>
                        </m:r>
                      </m:den>
                    </m:f>
                  </m:oMath>
                </a14:m>
                <a:endParaRPr lang="nl-NL" dirty="0"/>
              </a:p>
              <a:p>
                <a:pPr marL="774900" lvl="1" indent="-342900"/>
                <a:endParaRPr lang="nl-NL" dirty="0"/>
              </a:p>
              <a:p>
                <a:pPr marL="774900" lvl="1" indent="-342900"/>
                <a:endParaRPr lang="nl-NL" dirty="0"/>
              </a:p>
              <a:p>
                <a:pPr marL="774900" lvl="1" indent="-342900"/>
                <a:r>
                  <a:rPr lang="nl-NL" dirty="0" err="1"/>
                  <a:t>Jump</a:t>
                </a:r>
                <a:r>
                  <a:rPr lang="nl-NL" dirty="0"/>
                  <a:t>? </a:t>
                </a:r>
                <a:r>
                  <a:rPr lang="nl-NL" b="1" dirty="0" err="1"/>
                  <a:t>Alternation</a:t>
                </a:r>
                <a:r>
                  <a:rPr lang="nl-NL" dirty="0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1C07B-96E6-55FC-5E93-05579D0DD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51" t="-2326" b="-2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4B20-935E-221A-EE8A-8B771ED4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169BFE7-E641-40E1-A4A1-84CE853DBA27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410C5-FB57-BA63-E66A-6C11EE862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310" y="2379545"/>
            <a:ext cx="5097677" cy="3518018"/>
          </a:xfrm>
          <a:prstGeom prst="rect">
            <a:avLst/>
          </a:prstGeom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1540E88-A2DA-164C-5DF8-1C56853DDDC7}"/>
              </a:ext>
            </a:extLst>
          </p:cNvPr>
          <p:cNvCxnSpPr/>
          <p:nvPr/>
        </p:nvCxnSpPr>
        <p:spPr bwMode="auto">
          <a:xfrm rot="5400000" flipH="1" flipV="1">
            <a:off x="8176366" y="4067531"/>
            <a:ext cx="575802" cy="346510"/>
          </a:xfrm>
          <a:prstGeom prst="bentConnector3">
            <a:avLst>
              <a:gd name="adj1" fmla="val -225"/>
            </a:avLst>
          </a:prstGeom>
          <a:solidFill>
            <a:schemeClr val="accent2"/>
          </a:solidFill>
          <a:ln w="177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C6EADA2-4749-4DBE-BD09-A3E5B5CE2158}"/>
              </a:ext>
            </a:extLst>
          </p:cNvPr>
          <p:cNvSpPr txBox="1"/>
          <p:nvPr/>
        </p:nvSpPr>
        <p:spPr>
          <a:xfrm>
            <a:off x="8720051" y="4138554"/>
            <a:ext cx="847898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nl-NL" sz="1600" dirty="0">
                <a:latin typeface="+mn-lt"/>
              </a:rPr>
              <a:t>1 U</a:t>
            </a:r>
          </a:p>
        </p:txBody>
      </p:sp>
    </p:spTree>
    <p:extLst>
      <p:ext uri="{BB962C8B-B14F-4D97-AF65-F5344CB8AC3E}">
        <p14:creationId xmlns:p14="http://schemas.microsoft.com/office/powerpoint/2010/main" val="231267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BE6-9A29-5737-8BD5-69A7DFE8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Previous</a:t>
            </a:r>
            <a:r>
              <a:rPr lang="nl-NL" dirty="0"/>
              <a:t> MUNE </a:t>
            </a:r>
            <a:r>
              <a:rPr lang="nl-NL" dirty="0" err="1"/>
              <a:t>methods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28A16-DA27-A27D-4218-0C95E5CF4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4249" y="1968392"/>
                <a:ext cx="10220325" cy="3937484"/>
              </a:xfrm>
            </p:spPr>
            <p:txBody>
              <a:bodyPr/>
              <a:lstStyle/>
              <a:p>
                <a:r>
                  <a:rPr lang="nl-NL" dirty="0"/>
                  <a:t>Daube (1995): </a:t>
                </a:r>
                <a:r>
                  <a:rPr lang="nl-NL" dirty="0" err="1"/>
                  <a:t>Poisson</a:t>
                </a:r>
                <a:r>
                  <a:rPr lang="nl-NL" dirty="0"/>
                  <a:t> or </a:t>
                </a:r>
                <a:r>
                  <a:rPr lang="nl-NL" dirty="0" err="1"/>
                  <a:t>statistical</a:t>
                </a:r>
                <a:r>
                  <a:rPr lang="nl-NL" dirty="0"/>
                  <a:t> </a:t>
                </a:r>
                <a:r>
                  <a:rPr lang="nl-NL" dirty="0" err="1"/>
                  <a:t>method</a:t>
                </a:r>
                <a:endParaRPr lang="nl-NL" dirty="0"/>
              </a:p>
              <a:p>
                <a:pPr marL="774900" lvl="1" indent="-342900"/>
                <a:r>
                  <a:rPr lang="nl-NL" dirty="0"/>
                  <a:t>3 </a:t>
                </a:r>
                <a:r>
                  <a:rPr lang="nl-NL" dirty="0" err="1"/>
                  <a:t>fixed</a:t>
                </a:r>
                <a:r>
                  <a:rPr lang="nl-NL" dirty="0"/>
                  <a:t> Stimuli</a:t>
                </a:r>
              </a:p>
              <a:p>
                <a:pPr marL="774900" lvl="1" indent="-342900"/>
                <a:r>
                  <a:rPr lang="nl-NL" dirty="0" err="1"/>
                  <a:t>mean</a:t>
                </a:r>
                <a:r>
                  <a:rPr lang="nl-NL" dirty="0"/>
                  <a:t>, </a:t>
                </a:r>
                <a:r>
                  <a:rPr lang="nl-NL" dirty="0" err="1"/>
                  <a:t>minimun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variance</a:t>
                </a:r>
                <a:r>
                  <a:rPr lang="nl-NL" dirty="0"/>
                  <a:t> </a:t>
                </a:r>
              </a:p>
              <a:p>
                <a:pPr marL="774900" lvl="1" indent="-342900"/>
                <a:endParaRPr lang="nl-NL" dirty="0"/>
              </a:p>
              <a:p>
                <a:pPr marL="77490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nl-NL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nl-NL" b="0" i="1" smtClean="0">
                        <a:latin typeface="Cambria Math" panose="02040503050406030204" pitchFamily="18" charset="0"/>
                      </a:rPr>
                      <m:t>Po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dirty="0"/>
              </a:p>
              <a:p>
                <a:pPr marL="77490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CMAP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*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nl-NL" dirty="0"/>
                  <a:t>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1" smtClean="0">
                        <a:latin typeface="Cambria Math" panose="02040503050406030204" pitchFamily="18" charset="0"/>
                      </a:rPr>
                      <m:t>MUNE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CMAP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nl-NL" dirty="0"/>
              </a:p>
              <a:p>
                <a:pPr marL="774900" lvl="1" indent="-342900"/>
                <a14:m>
                  <m:oMath xmlns:m="http://schemas.openxmlformats.org/officeDocument/2006/math"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var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CMAP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mean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CMAP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- </m:t>
                        </m:r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CMAP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nl-NL" dirty="0"/>
              </a:p>
              <a:p>
                <a:pPr marL="774900" lvl="1" indent="-342900"/>
                <a:endParaRPr lang="nl-NL" dirty="0"/>
              </a:p>
              <a:p>
                <a:pPr marL="774900" lvl="1" indent="-342900"/>
                <a:endParaRPr lang="nl-NL" dirty="0"/>
              </a:p>
              <a:p>
                <a:pPr marL="774900" lvl="1" indent="-342900"/>
                <a:r>
                  <a:rPr lang="nl-NL" dirty="0" err="1"/>
                  <a:t>Other</a:t>
                </a:r>
                <a:r>
                  <a:rPr lang="nl-NL" dirty="0"/>
                  <a:t> sources of </a:t>
                </a:r>
                <a:r>
                  <a:rPr lang="nl-NL" dirty="0" err="1"/>
                  <a:t>variability</a:t>
                </a:r>
                <a:r>
                  <a:rPr lang="nl-NL" dirty="0"/>
                  <a:t>? </a:t>
                </a:r>
                <a:r>
                  <a:rPr lang="nl-NL" dirty="0" err="1"/>
                  <a:t>Poisson</a:t>
                </a:r>
                <a:r>
                  <a:rPr lang="nl-NL" dirty="0"/>
                  <a:t> no </a:t>
                </a:r>
                <a:r>
                  <a:rPr lang="nl-NL" dirty="0" err="1"/>
                  <a:t>upper</a:t>
                </a:r>
                <a:r>
                  <a:rPr lang="nl-NL" dirty="0"/>
                  <a:t> </a:t>
                </a:r>
                <a:r>
                  <a:rPr lang="nl-NL" dirty="0" err="1"/>
                  <a:t>bound</a:t>
                </a:r>
                <a:r>
                  <a:rPr lang="nl-NL" dirty="0"/>
                  <a:t>?</a:t>
                </a:r>
              </a:p>
              <a:p>
                <a:pPr marL="774900" lvl="1" indent="-342900"/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28A16-DA27-A27D-4218-0C95E5CF4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4249" y="1968392"/>
                <a:ext cx="10220325" cy="3937484"/>
              </a:xfrm>
              <a:blipFill>
                <a:blip r:embed="rId3"/>
                <a:stretch>
                  <a:fillRect l="-1550" t="-2167" b="-681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FFAC6-B51B-21AE-BE20-A5332268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A0159FB-058F-4A58-99A8-082981232C67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D012D-CB25-A3F7-D23A-706FD16D7FE7}"/>
              </a:ext>
            </a:extLst>
          </p:cNvPr>
          <p:cNvSpPr/>
          <p:nvPr/>
        </p:nvSpPr>
        <p:spPr bwMode="auto">
          <a:xfrm>
            <a:off x="6210791" y="3649288"/>
            <a:ext cx="2135189" cy="78139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nl-NL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7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15F7-ADE9-996C-1437-B2E011F12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838" y="2939391"/>
            <a:ext cx="10220325" cy="747897"/>
          </a:xfrm>
        </p:spPr>
        <p:txBody>
          <a:bodyPr/>
          <a:lstStyle/>
          <a:p>
            <a:r>
              <a:rPr lang="nl-NL" sz="5400" dirty="0"/>
              <a:t>MUNE – A </a:t>
            </a:r>
            <a:r>
              <a:rPr lang="nl-NL" sz="5400" dirty="0" err="1"/>
              <a:t>bayesian</a:t>
            </a:r>
            <a:r>
              <a:rPr lang="nl-NL" sz="5400" dirty="0"/>
              <a:t>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6D427-4A47-18AD-45F1-8D4F040C8F6D}"/>
              </a:ext>
            </a:extLst>
          </p:cNvPr>
          <p:cNvSpPr txBox="1"/>
          <p:nvPr/>
        </p:nvSpPr>
        <p:spPr>
          <a:xfrm>
            <a:off x="1036864" y="3812721"/>
            <a:ext cx="1518557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nl-NL" sz="1600" dirty="0" err="1">
                <a:solidFill>
                  <a:schemeClr val="bg1"/>
                </a:solidFill>
                <a:latin typeface="+mn-lt"/>
              </a:rPr>
              <a:t>Ridall</a:t>
            </a:r>
            <a:r>
              <a:rPr lang="nl-NL" sz="1600" dirty="0">
                <a:solidFill>
                  <a:schemeClr val="bg1"/>
                </a:solidFill>
                <a:latin typeface="+mn-lt"/>
              </a:rPr>
              <a:t> et al. (2006)</a:t>
            </a:r>
          </a:p>
        </p:txBody>
      </p:sp>
    </p:spTree>
    <p:extLst>
      <p:ext uri="{BB962C8B-B14F-4D97-AF65-F5344CB8AC3E}">
        <p14:creationId xmlns:p14="http://schemas.microsoft.com/office/powerpoint/2010/main" val="40890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29FB0-4B46-635F-4BD9-0D529BBE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Assumption</a:t>
            </a:r>
            <a:r>
              <a:rPr lang="nl-NL" dirty="0"/>
              <a:t>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098F48-6C61-7C2F-5217-B06119DB1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dirty="0" err="1"/>
                  <a:t>Within</a:t>
                </a:r>
                <a:r>
                  <a:rPr lang="nl-NL" dirty="0"/>
                  <a:t>-unit </a:t>
                </a:r>
                <a:r>
                  <a:rPr lang="nl-NL" dirty="0" err="1"/>
                  <a:t>variability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Unit </a:t>
                </a:r>
                <a:r>
                  <a:rPr lang="nl-NL" dirty="0" err="1"/>
                  <a:t>fires</a:t>
                </a:r>
                <a:r>
                  <a:rPr lang="nl-NL" dirty="0"/>
                  <a:t> </a:t>
                </a:r>
                <a:r>
                  <a:rPr lang="nl-NL" dirty="0" err="1"/>
                  <a:t>when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Model </a:t>
                </a:r>
                <a:r>
                  <a:rPr lang="nl-NL" dirty="0" err="1"/>
                  <a:t>this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MV</m:t>
                    </m:r>
                    <m:r>
                      <m:rPr>
                        <m:sty m:val="p"/>
                      </m:rP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098F48-6C61-7C2F-5217-B06119DB1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51" t="-2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7C186-4D30-4234-D59C-1EFC89BF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724F45F-A86C-46AC-B837-DA240A003A15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9DBAC-27E1-8301-DE34-04E3078DB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686" y="1316008"/>
            <a:ext cx="6512746" cy="449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0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1EF3-B444-22B8-A488-9DD04D5C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Assumption</a:t>
            </a:r>
            <a:r>
              <a:rPr lang="nl-NL" dirty="0"/>
              <a:t>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D18F7-7920-3F12-7C65-EB8AD20CB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18734-F633-A831-4E8C-127B2064E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C79277-430B-4E8E-A4E9-1F865CDBDAE8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29B306-DCED-E05D-6FED-E3E2E5873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061" y="1685683"/>
            <a:ext cx="6500702" cy="44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3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1891-2315-2B08-9261-C5DEAA56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Assumption</a:t>
            </a:r>
            <a:r>
              <a:rPr lang="nl-NL" dirty="0"/>
              <a:t>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6877-37ED-D71A-CD99-359A04BFD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There</a:t>
            </a:r>
            <a:r>
              <a:rPr lang="nl-NL" dirty="0"/>
              <a:t> is baseline </a:t>
            </a:r>
            <a:r>
              <a:rPr lang="nl-NL" dirty="0" err="1"/>
              <a:t>noise</a:t>
            </a:r>
            <a:r>
              <a:rPr lang="nl-NL" dirty="0"/>
              <a:t> (</a:t>
            </a:r>
            <a:r>
              <a:rPr lang="nl-NL" dirty="0" err="1"/>
              <a:t>recording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)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CE2B1-1106-E201-7304-CBA00E44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DDD1E76-33C3-43AA-95B9-50B6C6EF115D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33D1C-28CF-6727-D8D6-DB58D16F1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04" y="2612726"/>
            <a:ext cx="4684602" cy="629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D65C71-6994-A18A-66A1-B12BEEE30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122" y="3429000"/>
            <a:ext cx="802957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7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2246-0301-46A3-5112-4A2967B2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MUNE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6E1C4-0B7E-EFAE-DA9E-FB7633B0DB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nl-NL" dirty="0"/>
                  <a:t>Fit </a:t>
                </a:r>
                <a:r>
                  <a:rPr lang="nl-NL" dirty="0" err="1"/>
                  <a:t>the</a:t>
                </a:r>
                <a:r>
                  <a:rPr lang="nl-NL" dirty="0"/>
                  <a:t> model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several</a:t>
                </a:r>
                <a:r>
                  <a:rPr lang="nl-NL" dirty="0"/>
                  <a:t> </a:t>
                </a:r>
                <a:r>
                  <a:rPr lang="nl-NL" dirty="0" err="1"/>
                  <a:t>plausible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0" i="1"/>
                      <m:t>𝑁</m:t>
                    </m:r>
                  </m:oMath>
                </a14:m>
                <a:r>
                  <a:rPr lang="nl-NL" dirty="0"/>
                  <a:t>values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nl-NL" dirty="0" err="1"/>
                  <a:t>Calculate</a:t>
                </a:r>
                <a:r>
                  <a:rPr lang="nl-NL" dirty="0"/>
                  <a:t> BIC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fit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nl-NL" dirty="0"/>
                  <a:t>Fit </a:t>
                </a:r>
                <a:r>
                  <a:rPr lang="nl-NL" dirty="0" err="1"/>
                  <a:t>with</a:t>
                </a:r>
                <a:r>
                  <a:rPr lang="nl-NL" dirty="0"/>
                  <a:t> </a:t>
                </a:r>
                <a:r>
                  <a:rPr lang="nl-NL" dirty="0" err="1"/>
                  <a:t>lowest</a:t>
                </a:r>
                <a:r>
                  <a:rPr lang="nl-NL" dirty="0"/>
                  <a:t> N = MUNE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6E1C4-0B7E-EFAE-DA9E-FB7633B0DB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0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0D90D-3392-01EF-EA82-55D8BEEFD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5FF2C50-98EB-4B4C-9848-ACF544935F4C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90598A-5BBB-3A4E-C04C-2A87920A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724" y="1949289"/>
            <a:ext cx="4527328" cy="295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BDD6-6EBB-B517-021D-044EE3380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838" y="2897841"/>
            <a:ext cx="10220325" cy="830997"/>
          </a:xfrm>
        </p:spPr>
        <p:txBody>
          <a:bodyPr/>
          <a:lstStyle/>
          <a:p>
            <a:r>
              <a:rPr lang="nl-NL" dirty="0" err="1"/>
              <a:t>MScanfit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D134D-1A42-14D8-287F-7D82AA829647}"/>
              </a:ext>
            </a:extLst>
          </p:cNvPr>
          <p:cNvSpPr txBox="1"/>
          <p:nvPr/>
        </p:nvSpPr>
        <p:spPr>
          <a:xfrm>
            <a:off x="982662" y="3728838"/>
            <a:ext cx="1518557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nl-NL" sz="1600" dirty="0" err="1">
                <a:solidFill>
                  <a:schemeClr val="bg1"/>
                </a:solidFill>
                <a:latin typeface="+mn-lt"/>
              </a:rPr>
              <a:t>Bostock</a:t>
            </a:r>
            <a:r>
              <a:rPr lang="nl-NL" sz="1600" dirty="0">
                <a:solidFill>
                  <a:schemeClr val="bg1"/>
                </a:solidFill>
                <a:latin typeface="+mn-lt"/>
              </a:rPr>
              <a:t> (2015)</a:t>
            </a:r>
          </a:p>
        </p:txBody>
      </p:sp>
    </p:spTree>
    <p:extLst>
      <p:ext uri="{BB962C8B-B14F-4D97-AF65-F5344CB8AC3E}">
        <p14:creationId xmlns:p14="http://schemas.microsoft.com/office/powerpoint/2010/main" val="14937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C4F2-FE94-13E5-5B6E-F6E4F376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2F84F-60D5-15A5-3418-587EE4445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/>
                  <a:t>3N + 2 parameters</a:t>
                </a:r>
              </a:p>
              <a:p>
                <a:pPr marL="774900" lvl="1" indent="-342900">
                  <a:buFont typeface="Courier New" panose="02070309020205020404" pitchFamily="49" charset="0"/>
                  <a:buChar char="o"/>
                </a:pPr>
                <a:r>
                  <a:rPr lang="nl-NL" dirty="0">
                    <a:ea typeface="Cambria Math" panose="02040503050406030204" pitchFamily="18" charset="0"/>
                  </a:rPr>
                  <a:t>Unit </a:t>
                </a:r>
                <a:r>
                  <a:rPr lang="nl-NL" dirty="0" err="1">
                    <a:ea typeface="Cambria Math" panose="02040503050406030204" pitchFamily="18" charset="0"/>
                  </a:rPr>
                  <a:t>specific</a:t>
                </a:r>
                <a:r>
                  <a:rPr lang="nl-NL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nl-NL" dirty="0">
                  <a:ea typeface="Cambria Math" panose="02040503050406030204" pitchFamily="18" charset="0"/>
                </a:endParaRPr>
              </a:p>
              <a:p>
                <a:pPr marL="774900" lvl="1" indent="-342900">
                  <a:buFont typeface="Courier New" panose="02070309020205020404" pitchFamily="49" charset="0"/>
                  <a:buChar char="o"/>
                </a:pPr>
                <a:r>
                  <a:rPr lang="nl-NL" b="0" dirty="0" err="1">
                    <a:ea typeface="Cambria Math" panose="02040503050406030204" pitchFamily="18" charset="0"/>
                  </a:rPr>
                  <a:t>Noise</a:t>
                </a:r>
                <a:r>
                  <a:rPr lang="nl-NL" b="0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nl-NL" b="0" dirty="0">
                  <a:ea typeface="Cambria Math" panose="02040503050406030204" pitchFamily="18" charset="0"/>
                </a:endParaRPr>
              </a:p>
              <a:p>
                <a:pPr marL="774900" lvl="1" indent="-342900">
                  <a:buFont typeface="Courier New" panose="02070309020205020404" pitchFamily="49" charset="0"/>
                  <a:buChar char="o"/>
                </a:pPr>
                <a:endParaRPr lang="nl-NL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err="1">
                    <a:ea typeface="Cambria Math" panose="02040503050406030204" pitchFamily="18" charset="0"/>
                  </a:rPr>
                  <a:t>Smooths</a:t>
                </a:r>
                <a:r>
                  <a:rPr lang="nl-NL" dirty="0">
                    <a:ea typeface="Cambria Math" panose="02040503050406030204" pitchFamily="18" charset="0"/>
                  </a:rPr>
                  <a:t> </a:t>
                </a:r>
                <a:r>
                  <a:rPr lang="nl-NL" dirty="0" err="1">
                    <a:ea typeface="Cambria Math" panose="02040503050406030204" pitchFamily="18" charset="0"/>
                  </a:rPr>
                  <a:t>each</a:t>
                </a:r>
                <a:r>
                  <a:rPr lang="nl-NL" dirty="0">
                    <a:ea typeface="Cambria Math" panose="02040503050406030204" pitchFamily="18" charset="0"/>
                  </a:rPr>
                  <a:t> point in x </a:t>
                </a:r>
                <a:r>
                  <a:rPr lang="nl-NL" dirty="0" err="1">
                    <a:ea typeface="Cambria Math" panose="02040503050406030204" pitchFamily="18" charset="0"/>
                  </a:rPr>
                  <a:t>and</a:t>
                </a:r>
                <a:r>
                  <a:rPr lang="nl-NL" dirty="0">
                    <a:ea typeface="Cambria Math" panose="02040503050406030204" pitchFamily="18" charset="0"/>
                  </a:rPr>
                  <a:t> y </a:t>
                </a:r>
                <a:r>
                  <a:rPr lang="nl-NL" dirty="0" err="1">
                    <a:ea typeface="Cambria Math" panose="02040503050406030204" pitchFamily="18" charset="0"/>
                  </a:rPr>
                  <a:t>directions</a:t>
                </a:r>
                <a:r>
                  <a:rPr lang="nl-NL" dirty="0">
                    <a:ea typeface="Cambria Math" panose="02040503050406030204" pitchFamily="18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error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obs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-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pred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obs</m:t>
                                </m:r>
                              </m:e>
                              <m:sup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nl-NL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err="1">
                    <a:ea typeface="Cambria Math" panose="02040503050406030204" pitchFamily="18" charset="0"/>
                  </a:rPr>
                  <a:t>Adjust</a:t>
                </a:r>
                <a:r>
                  <a:rPr lang="nl-NL" dirty="0">
                    <a:ea typeface="Cambria Math" panose="02040503050406030204" pitchFamily="18" charset="0"/>
                  </a:rPr>
                  <a:t> parameters </a:t>
                </a:r>
                <a:r>
                  <a:rPr lang="nl-NL" dirty="0" err="1">
                    <a:ea typeface="Cambria Math" panose="02040503050406030204" pitchFamily="18" charset="0"/>
                  </a:rPr>
                  <a:t>to</a:t>
                </a:r>
                <a:r>
                  <a:rPr lang="nl-NL" dirty="0">
                    <a:ea typeface="Cambria Math" panose="02040503050406030204" pitchFamily="18" charset="0"/>
                  </a:rPr>
                  <a:t> get minimum error score</a:t>
                </a:r>
              </a:p>
              <a:p>
                <a:pPr marL="342900" indent="-342900"/>
                <a:endParaRPr lang="nl-NL" dirty="0">
                  <a:ea typeface="Cambria Math" panose="02040503050406030204" pitchFamily="18" charset="0"/>
                </a:endParaRPr>
              </a:p>
              <a:p>
                <a:pPr marL="342900" indent="-342900"/>
                <a:r>
                  <a:rPr lang="nl-NL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2F84F-60D5-15A5-3418-587EE4445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51" t="-2016" b="-1302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253F0-CDCE-7C17-3EB8-928F10AE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C74895D-19E8-4ED5-8E56-3E603B86B74A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253CE-19C0-FA8E-6828-1E70B1A1B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810" y="1751101"/>
            <a:ext cx="5576425" cy="377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9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59AC-18FF-AA5D-75B9-B6E48C7C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My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6E10B-3FE6-80AB-B610-1E69A9889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Bayesian</a:t>
            </a:r>
            <a:r>
              <a:rPr lang="nl-NL" dirty="0"/>
              <a:t> model </a:t>
            </a:r>
            <a:r>
              <a:rPr lang="nl-NL" dirty="0" err="1"/>
              <a:t>revisited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Modern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None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Optimized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clinic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scientific</a:t>
            </a:r>
            <a:r>
              <a:rPr lang="nl-NL" dirty="0"/>
              <a:t> </a:t>
            </a:r>
            <a:r>
              <a:rPr lang="nl-NL" dirty="0" err="1"/>
              <a:t>contribution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D99B-CD67-6023-3142-AC7BCFAE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DDDCB78-EDE0-49A8-9053-47A2A1FF4B16}" type="datetime1">
              <a:rPr lang="da-DK" smtClean="0"/>
              <a:t>05-10-2026</a:t>
            </a:fld>
            <a:r>
              <a:rPr lang="en-gb"/>
              <a:t>03-09-2019</a:t>
            </a:r>
          </a:p>
        </p:txBody>
      </p:sp>
      <p:pic>
        <p:nvPicPr>
          <p:cNvPr id="5" name="Picture 4" descr="Stan">
            <a:extLst>
              <a:ext uri="{FF2B5EF4-FFF2-40B4-BE49-F238E27FC236}">
                <a16:creationId xmlns:a16="http://schemas.microsoft.com/office/drawing/2014/main" id="{72A5338A-B7EF-EB2C-1624-EC7BD67F6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340" y="3001148"/>
            <a:ext cx="1296533" cy="1296533"/>
          </a:xfrm>
          <a:prstGeom prst="rect">
            <a:avLst/>
          </a:prstGeom>
        </p:spPr>
      </p:pic>
      <p:pic>
        <p:nvPicPr>
          <p:cNvPr id="6" name="Picture 5" descr="BayesFlow Forums">
            <a:extLst>
              <a:ext uri="{FF2B5EF4-FFF2-40B4-BE49-F238E27FC236}">
                <a16:creationId xmlns:a16="http://schemas.microsoft.com/office/drawing/2014/main" id="{E02CD763-88D3-09E1-72EA-D52DDE499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560" y="3001148"/>
            <a:ext cx="1296533" cy="12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2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U 16:9">
  <a:themeElements>
    <a:clrScheme name="AU_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3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23C609DDF08CA42BB6B9CF3C4A083A5" ma:contentTypeVersion="16" ma:contentTypeDescription="Opret et nyt dokument." ma:contentTypeScope="" ma:versionID="7b7582a4701d965e2bceae1cdebbef9f">
  <xsd:schema xmlns:xsd="http://www.w3.org/2001/XMLSchema" xmlns:xs="http://www.w3.org/2001/XMLSchema" xmlns:p="http://schemas.microsoft.com/office/2006/metadata/properties" xmlns:ns2="2991d259-8bd3-4531-a318-0a90d5e442a3" xmlns:ns3="76b98e8e-f6b6-4738-bc3c-3febecce4c39" targetNamespace="http://schemas.microsoft.com/office/2006/metadata/properties" ma:root="true" ma:fieldsID="aecb5e9c6e96a21ca784a82d5974aaf2" ns2:_="" ns3:_="">
    <xsd:import namespace="2991d259-8bd3-4531-a318-0a90d5e442a3"/>
    <xsd:import namespace="76b98e8e-f6b6-4738-bc3c-3febecce4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1d259-8bd3-4531-a318-0a90d5e442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illedmærker" ma:readOnly="false" ma:fieldId="{5cf76f15-5ced-4ddc-b409-7134ff3c332f}" ma:taxonomyMulti="true" ma:sspId="5cd08861-88c0-49b2-8510-903f698cfa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98e8e-f6b6-4738-bc3c-3febecce4c3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298daa8-8992-4931-831c-f6f13f8d1e7f}" ma:internalName="TaxCatchAll" ma:showField="CatchAllData" ma:web="76b98e8e-f6b6-4738-bc3c-3febecce4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91d259-8bd3-4531-a318-0a90d5e442a3">
      <Terms xmlns="http://schemas.microsoft.com/office/infopath/2007/PartnerControls"/>
    </lcf76f155ced4ddcb4097134ff3c332f>
    <TaxCatchAll xmlns="76b98e8e-f6b6-4738-bc3c-3febecce4c39" xsi:nil="true"/>
  </documentManagement>
</p:properties>
</file>

<file path=customXml/itemProps1.xml><?xml version="1.0" encoding="utf-8"?>
<ds:datastoreItem xmlns:ds="http://schemas.openxmlformats.org/officeDocument/2006/customXml" ds:itemID="{523BFF36-33EC-47CA-BCD7-A9EED99B5A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4420DF-2632-425E-971F-35C003B5319F}">
  <ds:schemaRefs>
    <ds:schemaRef ds:uri="2991d259-8bd3-4531-a318-0a90d5e442a3"/>
    <ds:schemaRef ds:uri="76b98e8e-f6b6-4738-bc3c-3febecce4c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BACB20-67FB-426B-AE0E-F45DFA6315CD}">
  <ds:schemaRefs>
    <ds:schemaRef ds:uri="http://schemas.microsoft.com/office/2006/documentManagement/types"/>
    <ds:schemaRef ds:uri="2991d259-8bd3-4531-a318-0a90d5e442a3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76b98e8e-f6b6-4738-bc3c-3febecce4c39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PresentationFormat>Custom</PresentationFormat>
  <Paragraphs>120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AU Passata</vt:lpstr>
      <vt:lpstr>AU Passata Light</vt:lpstr>
      <vt:lpstr>AU Peto</vt:lpstr>
      <vt:lpstr>Calibri</vt:lpstr>
      <vt:lpstr>Cambria Math</vt:lpstr>
      <vt:lpstr>Courier New</vt:lpstr>
      <vt:lpstr>Georgia</vt:lpstr>
      <vt:lpstr>Wingdings</vt:lpstr>
      <vt:lpstr>AU 16:9</vt:lpstr>
      <vt:lpstr>PowerPoint Presentation</vt:lpstr>
      <vt:lpstr>Data </vt:lpstr>
      <vt:lpstr>PowerPoint Presentation</vt:lpstr>
      <vt:lpstr>Previous MUNE methods</vt:lpstr>
      <vt:lpstr>Previous MUNE methods</vt:lpstr>
      <vt:lpstr>MUNE – A bayesian approach</vt:lpstr>
      <vt:lpstr>Assumption 1</vt:lpstr>
      <vt:lpstr>Assumption 2 </vt:lpstr>
      <vt:lpstr>Assumption 3 </vt:lpstr>
      <vt:lpstr>MUNE</vt:lpstr>
      <vt:lpstr>MScanfit</vt:lpstr>
      <vt:lpstr>Model</vt:lpstr>
      <vt:lpstr>My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dcterms:modified xsi:type="dcterms:W3CDTF">2026-10-05T20:15:48Z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luginDependencies_0">
    <vt:lpwstr>{"635926855539746206:636045261152541358":[{"dependencyType":"DataSource","dependencyId":":","dependencyVersion":null},{"dependencyType":"DataSource","dependencyId":":","dependencyVersion":null},{"dependencyType":"DataSource","dependencyId":":","dependency</vt:lpwstr>
  </property>
  <property fmtid="{D5CDD505-2E9C-101B-9397-08002B2CF9AE}" pid="3" name="PluginDependencies_1">
    <vt:lpwstr>Version":null},{"dependencyType":"DataSource","dependencyId":":","dependencyVersion":null},{"dependencyType":"DataSource","dependencyId":":","dependencyVersion":null},{"dependencyType":"DataSource","dependencyId":":","dependencyVersion":null},{"dependency</vt:lpwstr>
  </property>
  <property fmtid="{D5CDD505-2E9C-101B-9397-08002B2CF9AE}" pid="4" name="PluginDependencies_2">
    <vt:lpwstr>Type":"DataSource","dependencyId":":","dependencyVersion":null},{"dependencyType":"DataSource","dependencyId":":","dependencyVersion":null},{"dependencyType":"DataSource","dependencyId":":","dependencyVersion":null},{"dependencyType":"DataSource","depende</vt:lpwstr>
  </property>
  <property fmtid="{D5CDD505-2E9C-101B-9397-08002B2CF9AE}" pid="5" name="PluginDependencies_3">
    <vt:lpwstr>ncyId":":","dependencyVersion":null},{"dependencyType":"DataSource","dependencyId":":","dependencyVersion":null},{"dependencyType":"DataSource","dependencyId":":","dependencyVersion":null},{"dependencyType":"DataSource","dependencyId":":","dependencyVersi</vt:lpwstr>
  </property>
  <property fmtid="{D5CDD505-2E9C-101B-9397-08002B2CF9AE}" pid="6" name="PluginDependencies_4">
    <vt:lpwstr>on":null},{"dependencyType":"DataSource","dependencyId":":","dependencyVersion":null},{"dependencyType":"DataSource","dependencyId":":","dependencyVersion":null},{"dependencyType":"DataSource","dependencyId":":","dependencyVersion":null},{"dependencyType"</vt:lpwstr>
  </property>
  <property fmtid="{D5CDD505-2E9C-101B-9397-08002B2CF9AE}" pid="7" name="PluginDependencies_5">
    <vt:lpwstr>:"DataSource","dependencyId":":","dependencyVersion":null},{"dependencyType":"DataSource","dependencyId":":","dependencyVersion":null},{"dependencyType":"DataSource","dependencyId":":","dependencyVersion":null},{"dependencyType":"DataSource","dependencyId</vt:lpwstr>
  </property>
  <property fmtid="{D5CDD505-2E9C-101B-9397-08002B2CF9AE}" pid="8" name="PluginDependencies_6">
    <vt:lpwstr>":":","dependencyVersion":null},{"dependencyType":"DataSource","dependencyId":":","dependencyVersion":null},{"dependencyType":"DataSource","dependencyId":":","dependencyVersion":null},{"dependencyType":"DataSource","dependencyId":":","dependencyVersion":n</vt:lpwstr>
  </property>
  <property fmtid="{D5CDD505-2E9C-101B-9397-08002B2CF9AE}" pid="9" name="PluginDependencies_7">
    <vt:lpwstr>ull},{"dependencyType":"DataSource","dependencyId":":","dependencyVersion":null},{"dependencyType":"DataSource","dependencyId":":","dependencyVersion":null},{"dependencyType":"DataSource","dependencyId":":","dependencyVersion":null},{"dependencyType":"Dat</vt:lpwstr>
  </property>
  <property fmtid="{D5CDD505-2E9C-101B-9397-08002B2CF9AE}" pid="10" name="PluginDependencies_8">
    <vt:lpwstr>aSource","dependencyId":":","dependencyVersion":null},{"dependencyType":"DataSource","dependencyId":":","dependencyVersion":null},{"dependencyType":"DataSource","dependencyId":":","dependencyVersion":null},{"dependencyType":"DataSource","dependencyId":":"</vt:lpwstr>
  </property>
  <property fmtid="{D5CDD505-2E9C-101B-9397-08002B2CF9AE}" pid="11" name="PluginDependencies_9">
    <vt:lpwstr>,"dependencyVersion":null},{"dependencyType":"DataSource","dependencyId":":","dependencyVersion":null},{"dependencyType":"DataSource","dependencyId":":","dependencyVersion":null},{"dependencyType":"DataSource","dependencyId":":","dependencyVersion":null},</vt:lpwstr>
  </property>
  <property fmtid="{D5CDD505-2E9C-101B-9397-08002B2CF9AE}" pid="12" name="PluginDependencies_10">
    <vt:lpwstr>{"dependencyType":"DataSource","dependencyId":":","dependencyVersion":null},{"dependencyType":"DataSource","dependencyId":":","dependencyVersion":null},{"dependencyType":"DataSource","dependencyId":":","dependencyVersion":null},{"dependencyType":"DataSour</vt:lpwstr>
  </property>
  <property fmtid="{D5CDD505-2E9C-101B-9397-08002B2CF9AE}" pid="13" name="PluginDependencies_11">
    <vt:lpwstr>ce","dependencyId":":","dependencyVersion":null},{"dependencyType":"DataSource","dependencyId":":","dependencyVersion":null},{"dependencyType":"DataSource","dependencyId":":","dependencyVersion":null},{"dependencyType":"DataSource","dependencyId":":","dep</vt:lpwstr>
  </property>
  <property fmtid="{D5CDD505-2E9C-101B-9397-08002B2CF9AE}" pid="14" name="PluginDependencies_12">
    <vt:lpwstr>endencyVersion":null},{"dependencyType":"DataSource","dependencyId":":","dependencyVersion":null},{"dependencyType":"DataSource","dependencyId":":","dependencyVersion":null},{"dependencyType":"DataSource","dependencyId":":","dependencyVersion":null},{"dep</vt:lpwstr>
  </property>
  <property fmtid="{D5CDD505-2E9C-101B-9397-08002B2CF9AE}" pid="15" name="PluginDependencies_13">
    <vt:lpwstr>endencyType":"DataSource","dependencyId":":","dependencyVersion":null},{"dependencyType":"DataSource","dependencyId":":","dependencyVersion":null},{"dependencyType":"DataSource","dependencyId":":","dependencyVersion":null},{"dependencyType":"DataSource","</vt:lpwstr>
  </property>
  <property fmtid="{D5CDD505-2E9C-101B-9397-08002B2CF9AE}" pid="16" name="PluginDependencies_14">
    <vt:lpwstr>dependencyId":":","dependencyVersion":null},{"dependencyType":"DataSource","dependencyId":":","dependencyVersion":null},{"dependencyType":"DataSource","dependencyId":":","dependencyVersion":null},{"dependencyType":"DataSource","dependencyId":":","dependen</vt:lpwstr>
  </property>
  <property fmtid="{D5CDD505-2E9C-101B-9397-08002B2CF9AE}" pid="17" name="PluginDependencies_15">
    <vt:lpwstr>cyVersion":null},{"dependencyType":"DataSource","dependencyId":":","dependencyVersion":null},{"dependencyType":"DataSource","dependencyId":":","dependencyVersion":null},{"dependencyType":"DataSource","dependencyId":":","dependencyVersion":null},{"dependen</vt:lpwstr>
  </property>
  <property fmtid="{D5CDD505-2E9C-101B-9397-08002B2CF9AE}" pid="18" name="PluginDependencies_16">
    <vt:lpwstr>cyType":"DataSource","dependencyId":":","dependencyVersion":null},{"dependencyType":"DataSource","dependencyId":":","dependencyVersion":null},{"dependencyType":"DataSource","dependencyId":":","dependencyVersion":null},{"dependencyType":"DataSource","depen</vt:lpwstr>
  </property>
  <property fmtid="{D5CDD505-2E9C-101B-9397-08002B2CF9AE}" pid="19" name="PluginDependencies_17">
    <vt:lpwstr>dencyId":":","dependencyVersion":null},{"dependencyType":"DataSource","dependencyId":":","dependencyVersion":null},{"dependencyType":"DataSource","dependencyId":":","dependencyVersion":null},{"dependencyType":"DataSource","dependencyId":":","dependencyVer</vt:lpwstr>
  </property>
  <property fmtid="{D5CDD505-2E9C-101B-9397-08002B2CF9AE}" pid="20" name="PluginDependencies_18">
    <vt:lpwstr>sion":null},{"dependencyType":"DataSource","dependencyId":":","dependencyVersion":null},{"dependencyType":"DataSource","dependencyId":":","dependencyVersion":null},{"dependencyType":"DataSource","dependencyId":":","dependencyVersion":null},{"dependencyTyp</vt:lpwstr>
  </property>
  <property fmtid="{D5CDD505-2E9C-101B-9397-08002B2CF9AE}" pid="21" name="PluginDependencies_19">
    <vt:lpwstr>e":"DataSource","dependencyId":":","dependencyVersion":null},{"dependencyType":"DataSource","dependencyId":":","dependencyVersion":null},{"dependencyType":"DataSource","dependencyId":":","dependencyVersion":null},{"dependencyType":"DataSource","dependency</vt:lpwstr>
  </property>
  <property fmtid="{D5CDD505-2E9C-101B-9397-08002B2CF9AE}" pid="22" name="PluginDependencies_20">
    <vt:lpwstr>Id":":","dependencyVersion":null},{"dependencyType":"DataSource","dependencyId":":","dependencyVersion":null},{"dependencyType":"DataSource","dependencyId":":","dependencyVersion":null},{"dependencyType":"DataSource","dependencyId":":","dependencyVersion"</vt:lpwstr>
  </property>
  <property fmtid="{D5CDD505-2E9C-101B-9397-08002B2CF9AE}" pid="23" name="PluginDependencies_21">
    <vt:lpwstr>:null},{"dependencyType":"DataSource","dependencyId":":","dependencyVersion":null},{"dependencyType":"DataSource","dependencyId":":","dependencyVersion":null},{"dependencyType":"DataSource","dependencyId":":","dependencyVersion":null},{"dependencyType":"D</vt:lpwstr>
  </property>
  <property fmtid="{D5CDD505-2E9C-101B-9397-08002B2CF9AE}" pid="24" name="PluginDependencies_22">
    <vt:lpwstr>ataSource","dependencyId":":","dependencyVersion":null},{"dependencyType":"DataSource","dependencyId":":","dependencyVersion":null},{"dependencyType":"DataSource","dependencyId":":","dependencyVersion":null},{"dependencyType":"DataSource","dependencyId":"</vt:lpwstr>
  </property>
  <property fmtid="{D5CDD505-2E9C-101B-9397-08002B2CF9AE}" pid="25" name="PluginDependencies_23">
    <vt:lpwstr>:","dependencyVersion":null},{"dependencyType":"DataSource","dependencyId":":","dependencyVersion":null},{"dependencyType":"DataSource","dependencyId":":","dependencyVersion":null},{"dependencyType":"DataSource","dependencyId":":","dependencyVersion":null</vt:lpwstr>
  </property>
  <property fmtid="{D5CDD505-2E9C-101B-9397-08002B2CF9AE}" pid="26" name="PluginDependencies_24">
    <vt:lpwstr>},{"dependencyType":"DataSource","dependencyId":":","dependencyVersion":null},{"dependencyType":"DataSource","dependencyId":":","dependencyVersion":null},{"dependencyType":"DataSource","dependencyId":":","dependencyVersion":null},{"dependencyType":"DataSo</vt:lpwstr>
  </property>
  <property fmtid="{D5CDD505-2E9C-101B-9397-08002B2CF9AE}" pid="27" name="PluginDependencies_25">
    <vt:lpwstr>urce","dependencyId":":","dependencyVersion":null},{"dependencyType":"DataSource","dependencyId":":","dependencyVersion":null},{"dependencyType":"DataSource","dependencyId":":","dependencyVersion":null},{"dependencyType":"DataSource","dependencyId":":","d</vt:lpwstr>
  </property>
  <property fmtid="{D5CDD505-2E9C-101B-9397-08002B2CF9AE}" pid="28" name="PluginDependencies_26">
    <vt:lpwstr>ependencyVersion":null},{"dependencyType":"DataSource","dependencyId":":","dependencyVersion":null},{"dependencyType":"DataSource","dependencyId":":","dependencyVersion":null},{"dependencyType":"DataSource","dependencyId":":","dependencyVersion":null},{"d</vt:lpwstr>
  </property>
  <property fmtid="{D5CDD505-2E9C-101B-9397-08002B2CF9AE}" pid="29" name="PluginDependencies_27">
    <vt:lpwstr>ependencyType":"DataSource","dependencyId":":","dependencyVersion":null},{"dependencyType":"DataSource","dependencyId":":","dependencyVersion":null},{"dependencyType":"DataSource","dependencyId":":","dependencyVersion":null},{"dependencyType":"DataSource"</vt:lpwstr>
  </property>
  <property fmtid="{D5CDD505-2E9C-101B-9397-08002B2CF9AE}" pid="30" name="PluginDependencies_28">
    <vt:lpwstr>,"dependencyId":":","dependencyVersion":null},{"dependencyType":"DataSource","dependencyId":":","dependencyVersion":null},{"dependencyType":"DataSource","dependencyId":":","dependencyVersion":null},{"dependencyType":"DataSource","dependencyId":":","depend</vt:lpwstr>
  </property>
  <property fmtid="{D5CDD505-2E9C-101B-9397-08002B2CF9AE}" pid="31" name="PluginDependencies_29">
    <vt:lpwstr>encyVersion":null},{"dependencyType":"DataSource","dependencyId":":","dependencyVersion":null},{"dependencyType":"DataSource","dependencyId":":","dependencyVersion":null},{"dependencyType":"DataSource","dependencyId":":","dependencyVersion":null},{"depend</vt:lpwstr>
  </property>
  <property fmtid="{D5CDD505-2E9C-101B-9397-08002B2CF9AE}" pid="32" name="PluginDependencies_30">
    <vt:lpwstr>encyType":"DataSource","dependencyId":":","dependencyVersion":null},{"dependencyType":"DataSource","dependencyId":":","dependencyVersion":null},{"dependencyType":"DataSource","dependencyId":":","dependencyVersion":null},{"dependencyType":"DataSource","dep</vt:lpwstr>
  </property>
  <property fmtid="{D5CDD505-2E9C-101B-9397-08002B2CF9AE}" pid="33" name="PluginDependencies_31">
    <vt:lpwstr>endencyId":":","dependencyVersion":null},{"dependencyType":"DataSource","dependencyId":":","dependencyVersion":null},{"dependencyType":"DataSource","dependencyId":":","dependencyVersion":null},{"dependencyType":"DataSource","dependencyId":":","dependencyV</vt:lpwstr>
  </property>
  <property fmtid="{D5CDD505-2E9C-101B-9397-08002B2CF9AE}" pid="34" name="PluginDependencies_32">
    <vt:lpwstr>ersion":null},{"dependencyType":"DataSource","dependencyId":":","dependencyVersion":null},{"dependencyType":"DataSource","dependencyId":":","dependencyVersion":null},{"dependencyType":"DataSource","dependencyId":":","dependencyVersion":null},{"dependencyT</vt:lpwstr>
  </property>
  <property fmtid="{D5CDD505-2E9C-101B-9397-08002B2CF9AE}" pid="35" name="PluginDependencies_33">
    <vt:lpwstr>ype":"DataSource","dependencyId":":","dependencyVersion":null},{"dependencyType":"DataSource","dependencyId":":","dependencyVersion":null},{"dependencyType":"DataSource","dependencyId":":","dependencyVersion":null},{"dependencyType":"DataSource","dependen</vt:lpwstr>
  </property>
  <property fmtid="{D5CDD505-2E9C-101B-9397-08002B2CF9AE}" pid="36" name="PluginDependencies_34">
    <vt:lpwstr>cyId":":","dependencyVersion":null},{"dependencyType":"DataSource","dependencyId":":","dependencyVersion":null},{"dependencyType":"DataSource","dependencyId":":","dependencyVersion":null},{"dependencyType":"DataSource","dependencyId":":","dependencyVersio</vt:lpwstr>
  </property>
  <property fmtid="{D5CDD505-2E9C-101B-9397-08002B2CF9AE}" pid="37" name="PluginDependencies_35">
    <vt:lpwstr>n":null},{"dependencyType":"DataSource","dependencyId":":","dependencyVersion":null},{"dependencyType":"DataSource","dependencyId":":","dependencyVersion":null},{"dependencyType":"DataSource","dependencyId":":","dependencyVersion":null},{"dependencyType":</vt:lpwstr>
  </property>
  <property fmtid="{D5CDD505-2E9C-101B-9397-08002B2CF9AE}" pid="38" name="PluginDependencies_36">
    <vt:lpwstr>"DataSource","dependencyId":":","dependencyVersion":null},{"dependencyType":"DataSource","dependencyId":":","dependencyVersion":null},{"dependencyType":"DataSource","dependencyId":":","dependencyVersion":null},{"dependencyType":"DataSource","dependencyId"</vt:lpwstr>
  </property>
  <property fmtid="{D5CDD505-2E9C-101B-9397-08002B2CF9AE}" pid="39" name="PluginDependencies_37">
    <vt:lpwstr>:":","dependencyVersion":null},{"dependencyType":"DataSource","dependencyId":":","dependencyVersion":null},{"dependencyType":"DataSource","dependencyId":":","dependencyVersion":null},{"dependencyType":"DataSource","dependencyId":":","dependencyVersion":nu</vt:lpwstr>
  </property>
  <property fmtid="{D5CDD505-2E9C-101B-9397-08002B2CF9AE}" pid="40" name="PluginDependencies_38">
    <vt:lpwstr>ll},{"dependencyType":"DataSource","dependencyId":":","dependencyVersion":null},{"dependencyType":"DataSource","dependencyId":":","dependencyVersion":null},{"dependencyType":"DataSource","dependencyId":":","dependencyVersion":null},{"dependencyType":"Data</vt:lpwstr>
  </property>
  <property fmtid="{D5CDD505-2E9C-101B-9397-08002B2CF9AE}" pid="41" name="PluginDependencies_39">
    <vt:lpwstr>Source","dependencyId":":","dependencyVersion":null},{"dependencyType":"DataSource","dependencyId":":","dependencyVersion":null},{"dependencyType":"DataSource","dependencyId":":","dependencyVersion":null},{"dependencyType":"DataSource","dependencyId":":",</vt:lpwstr>
  </property>
  <property fmtid="{D5CDD505-2E9C-101B-9397-08002B2CF9AE}" pid="42" name="PluginDependencies_40">
    <vt:lpwstr>"dependencyVersion":null},{"dependencyType":"DataSource","dependencyId":":","dependencyVersion":null},{"dependencyType":"DataSource","dependencyId":":","dependencyVersion":null},{"dependencyType":"DataSource","dependencyId":":","dependencyVersion":null},{</vt:lpwstr>
  </property>
  <property fmtid="{D5CDD505-2E9C-101B-9397-08002B2CF9AE}" pid="43" name="PluginDependencies_41">
    <vt:lpwstr>"dependencyType":"DataSource","dependencyId":":","dependencyVersion":null},{"dependencyType":"DataSource","dependencyId":":","dependencyVersion":null},{"dependencyType":"DataSource","dependencyId":":","dependencyVersion":null},{"dependencyType":"DataSourc</vt:lpwstr>
  </property>
  <property fmtid="{D5CDD505-2E9C-101B-9397-08002B2CF9AE}" pid="44" name="PluginDependencies_42">
    <vt:lpwstr>e","dependencyId":":","dependencyVersion":null},{"dependencyType":"DataSource","dependencyId":":","dependencyVersion":null},{"dependencyType":"DataSource","dependencyId":":","dependencyVersion":null},{"dependencyType":"DataSource","dependencyId":":","depe</vt:lpwstr>
  </property>
  <property fmtid="{D5CDD505-2E9C-101B-9397-08002B2CF9AE}" pid="45" name="PluginDependencies_43">
    <vt:lpwstr>ndencyVersion":null},{"dependencyType":"DataSource","dependencyId":":","dependencyVersion":null},{"dependencyType":"DataSource","dependencyId":":","dependencyVersion":null},{"dependencyType":"DataSource","dependencyId":":","dependencyVersion":null},{"depe</vt:lpwstr>
  </property>
  <property fmtid="{D5CDD505-2E9C-101B-9397-08002B2CF9AE}" pid="46" name="PluginDependencies_44">
    <vt:lpwstr>ndencyType":"DataSource","dependencyId":":","dependencyVersion":null},{"dependencyType":"DataSource","dependencyId":":","dependencyVersion":null},{"dependencyType":"DataSource","dependencyId":":","dependencyVersion":null},{"dependencyType":"DataSource","d</vt:lpwstr>
  </property>
  <property fmtid="{D5CDD505-2E9C-101B-9397-08002B2CF9AE}" pid="47" name="PluginDependencies_45">
    <vt:lpwstr>ependencyId":":","dependencyVersion":null},{"dependencyType":"DataSource","dependencyId":":","dependencyVersion":null},{"dependencyType":"DataSource","dependencyId":":","dependencyVersion":null},{"dependencyType":"DataSource","dependencyId":":","dependenc</vt:lpwstr>
  </property>
  <property fmtid="{D5CDD505-2E9C-101B-9397-08002B2CF9AE}" pid="48" name="PluginDependencies_46">
    <vt:lpwstr>yVersion":null},{"dependencyType":"DataSource","dependencyId":":","dependencyVersion":null},{"dependencyType":"DataSource","dependencyId":":","dependencyVersion":null},{"dependencyType":"DataSource","dependencyId":":","dependencyVersion":null},{"dependenc</vt:lpwstr>
  </property>
  <property fmtid="{D5CDD505-2E9C-101B-9397-08002B2CF9AE}" pid="49" name="PluginDependencies_47">
    <vt:lpwstr>yType":"DataSource","dependencyId":":","dependencyVersion":null},{"dependencyType":"DataSource","dependencyId":":","dependencyVersion":null},{"dependencyType":"DataSource","dependencyId":":","dependencyVersion":null},{"dependencyType":"DataSource","depend</vt:lpwstr>
  </property>
  <property fmtid="{D5CDD505-2E9C-101B-9397-08002B2CF9AE}" pid="50" name="PluginDependencies_48">
    <vt:lpwstr>encyId":":","dependencyVersion":null},{"dependencyType":"DataSource","dependencyId":":","dependencyVersion":null},{"dependencyType":"DataSource","dependencyId":":","dependencyVersion":null},{"dependencyType":"DataSource","dependencyId":":","dependencyVers</vt:lpwstr>
  </property>
  <property fmtid="{D5CDD505-2E9C-101B-9397-08002B2CF9AE}" pid="51" name="PluginDependencies_49">
    <vt:lpwstr>ion":null},{"dependencyType":"DataSource","dependencyId":":","dependencyVersion":null},{"dependencyType":"DataSource","dependencyId":":","dependencyVersion":null},{"dependencyType":"DataSource","dependencyId":":","dependencyVersion":null},{"dependencyType</vt:lpwstr>
  </property>
  <property fmtid="{D5CDD505-2E9C-101B-9397-08002B2CF9AE}" pid="52" name="PluginDependencies_50">
    <vt:lpwstr>":"DataSource","dependencyId":":","dependencyVersion":null},{"dependencyType":"DataSource","dependencyId":":","dependencyVersion":null},{"dependencyType":"DataSource","dependencyId":":","dependencyVersion":null},{"dependencyType":"DataSource","dependencyI</vt:lpwstr>
  </property>
  <property fmtid="{D5CDD505-2E9C-101B-9397-08002B2CF9AE}" pid="53" name="PluginDependencies_51">
    <vt:lpwstr>d":":","dependencyVersion":null},{"dependencyType":"DataSource","dependencyId":":","dependencyVersion":null},{"dependencyType":"DataSource","dependencyId":":","dependencyVersion":null},{"dependencyType":"DataSource","dependencyId":":","dependencyVersion":</vt:lpwstr>
  </property>
  <property fmtid="{D5CDD505-2E9C-101B-9397-08002B2CF9AE}" pid="54" name="PluginDependencies_52">
    <vt:lpwstr>null},{"dependencyType":"DataSource","dependencyId":":","dependencyVersion":null},{"dependencyType":"DataSource","dependencyId":":","dependencyVersion":null},{"dependencyType":"DataSource","dependencyId":":","dependencyVersion":null},{"dependencyType":"Da</vt:lpwstr>
  </property>
  <property fmtid="{D5CDD505-2E9C-101B-9397-08002B2CF9AE}" pid="55" name="PluginDependencies_53">
    <vt:lpwstr>taSource","dependencyId":":","dependencyVersion":null}],"635926855539746206:636045261152541359":[],"635926855539746206:636045261152541360":[],"635926855539746206:636045261152541361":[],"635926855539746206:636045261152541362":[],"635690283596553901:6357565</vt:lpwstr>
  </property>
  <property fmtid="{D5CDD505-2E9C-101B-9397-08002B2CF9AE}" pid="56" name="PluginDependencies_54">
    <vt:lpwstr>74568773657":[]}</vt:lpwstr>
  </property>
  <property fmtid="{D5CDD505-2E9C-101B-9397-08002B2CF9AE}" pid="57" name="CustomerId">
    <vt:lpwstr>auoffice</vt:lpwstr>
  </property>
  <property fmtid="{D5CDD505-2E9C-101B-9397-08002B2CF9AE}" pid="58" name="TemplateId">
    <vt:lpwstr>636196524199658508</vt:lpwstr>
  </property>
  <property fmtid="{D5CDD505-2E9C-101B-9397-08002B2CF9AE}" pid="59" name="UserProfileId">
    <vt:lpwstr>636227543936236380</vt:lpwstr>
  </property>
  <property fmtid="{D5CDD505-2E9C-101B-9397-08002B2CF9AE}" pid="60" name="TemplafyTimeStamp">
    <vt:lpwstr>2017-02-24T14:35:30.3621506Z</vt:lpwstr>
  </property>
  <property fmtid="{D5CDD505-2E9C-101B-9397-08002B2CF9AE}" pid="61" name="OfficeID">
    <vt:lpwstr>2561</vt:lpwstr>
  </property>
  <property fmtid="{D5CDD505-2E9C-101B-9397-08002B2CF9AE}" pid="62" name="colorthemechange">
    <vt:lpwstr>True</vt:lpwstr>
  </property>
  <property fmtid="{D5CDD505-2E9C-101B-9397-08002B2CF9AE}" pid="63" name="ContentTypeId">
    <vt:lpwstr>0x010100423C609DDF08CA42BB6B9CF3C4A083A5</vt:lpwstr>
  </property>
  <property fmtid="{D5CDD505-2E9C-101B-9397-08002B2CF9AE}" pid="64" name="MediaServiceImageTags">
    <vt:lpwstr/>
  </property>
</Properties>
</file>